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Kulim Park"/>
      <p:regular r:id="rId27"/>
      <p:bold r:id="rId28"/>
      <p:italic r:id="rId29"/>
      <p:boldItalic r:id="rId30"/>
    </p:embeddedFont>
    <p:embeddedFont>
      <p:font typeface="Manrope"/>
      <p:regular r:id="rId31"/>
      <p:bold r:id="rId32"/>
    </p:embeddedFont>
    <p:embeddedFont>
      <p:font typeface="PT Sans"/>
      <p:regular r:id="rId33"/>
      <p:bold r:id="rId34"/>
      <p:italic r:id="rId35"/>
      <p:boldItalic r:id="rId36"/>
    </p:embeddedFont>
    <p:embeddedFont>
      <p:font typeface="Kulim Park SemiBold"/>
      <p:regular r:id="rId37"/>
      <p:bold r:id="rId38"/>
      <p:italic r:id="rId39"/>
      <p:boldItalic r:id="rId40"/>
    </p:embeddedFont>
    <p:embeddedFont>
      <p:font typeface="Barlow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4D72CF-2EA8-469B-BE69-0E6E66A8E535}">
  <a:tblStyle styleId="{8A4D72CF-2EA8-469B-BE69-0E6E66A8E5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7B652A6-1F64-4DFA-B455-F4D2919623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ulimParkSemiBold-boldItalic.fntdata"/><Relationship Id="rId42" Type="http://schemas.openxmlformats.org/officeDocument/2006/relationships/font" Target="fonts/Barlow-bold.fntdata"/><Relationship Id="rId41" Type="http://schemas.openxmlformats.org/officeDocument/2006/relationships/font" Target="fonts/Barlow-regular.fntdata"/><Relationship Id="rId44" Type="http://schemas.openxmlformats.org/officeDocument/2006/relationships/font" Target="fonts/Barlow-boldItalic.fntdata"/><Relationship Id="rId43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regular.fntdata"/><Relationship Id="rId30" Type="http://schemas.openxmlformats.org/officeDocument/2006/relationships/font" Target="fonts/KulimPark-boldItalic.fntdata"/><Relationship Id="rId33" Type="http://schemas.openxmlformats.org/officeDocument/2006/relationships/font" Target="fonts/PTSans-regular.fntdata"/><Relationship Id="rId32" Type="http://schemas.openxmlformats.org/officeDocument/2006/relationships/font" Target="fonts/Manrope-bold.fntdata"/><Relationship Id="rId35" Type="http://schemas.openxmlformats.org/officeDocument/2006/relationships/font" Target="fonts/PTSans-italic.fntdata"/><Relationship Id="rId34" Type="http://schemas.openxmlformats.org/officeDocument/2006/relationships/font" Target="fonts/PTSans-bold.fntdata"/><Relationship Id="rId37" Type="http://schemas.openxmlformats.org/officeDocument/2006/relationships/font" Target="fonts/KulimParkSemiBold-regular.fntdata"/><Relationship Id="rId36" Type="http://schemas.openxmlformats.org/officeDocument/2006/relationships/font" Target="fonts/PTSans-boldItalic.fntdata"/><Relationship Id="rId39" Type="http://schemas.openxmlformats.org/officeDocument/2006/relationships/font" Target="fonts/KulimParkSemiBold-italic.fntdata"/><Relationship Id="rId38" Type="http://schemas.openxmlformats.org/officeDocument/2006/relationships/font" Target="fonts/KulimParkSemiBold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KulimPark-bold.fntdata"/><Relationship Id="rId27" Type="http://schemas.openxmlformats.org/officeDocument/2006/relationships/font" Target="fonts/KulimPark-regular.fntdata"/><Relationship Id="rId29" Type="http://schemas.openxmlformats.org/officeDocument/2006/relationships/font" Target="fonts/KulimPark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24dc3920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24dc3920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ead612980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ead612980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4f89349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4f89349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48cbe408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48cbe408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4f893497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64f893497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24dc3920d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24dc3920d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48a9acb7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48a9acb7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48a9acb7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48a9acb7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ead612980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ead612980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ead61298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ead61298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ead612980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ead612980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48a9acb77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48a9acb77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24dc3920d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24dc3920d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ead6129809_1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ead6129809_1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ead612980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ead612980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48a9acb77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48a9acb77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48a9acb77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48a9acb77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54dda1946d_6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54dda1946d_6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1616877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flipH="1" rot="-649785">
            <a:off x="6475477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5387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8823147">
            <a:off x="-2265377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6238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649785">
            <a:off x="716152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rot="1244193">
            <a:off x="4086917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rot="-9555807">
            <a:off x="-6119383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716550" y="192927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7233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716550" y="357883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704002" y="2342077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 rot="-5553048">
            <a:off x="-3421688" y="1600648"/>
            <a:ext cx="5990367" cy="5613156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 flipH="1" rot="-1460553">
            <a:off x="6702382" y="-661835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 rot="3657786">
            <a:off x="7243056" y="893138"/>
            <a:ext cx="4558957" cy="1365879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3624623">
            <a:off x="5761668" y="608449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 flipH="1" rot="1478505">
            <a:off x="3709533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title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title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3952094">
            <a:off x="497883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flipH="1" rot="3394465">
            <a:off x="5041484" y="22860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 flipH="1" rot="955394">
            <a:off x="1460861" y="-2197712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flipH="1" rot="-8823147">
            <a:off x="54929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 flipH="1">
            <a:off x="-2254122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8887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 flipH="1" rot="-1244193">
            <a:off x="-2695083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 flipH="1" rot="9555807">
            <a:off x="7511217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type="title"/>
          </p:nvPr>
        </p:nvSpPr>
        <p:spPr>
          <a:xfrm>
            <a:off x="1796850" y="1301800"/>
            <a:ext cx="5550300" cy="2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723300" y="1383125"/>
            <a:ext cx="4510500" cy="92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723300" y="2328475"/>
            <a:ext cx="43599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723300" y="1315950"/>
            <a:ext cx="2771700" cy="25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 rot="-10285629">
            <a:off x="5066449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 txBox="1"/>
          <p:nvPr>
            <p:ph hasCustomPrompt="1" type="title"/>
          </p:nvPr>
        </p:nvSpPr>
        <p:spPr>
          <a:xfrm>
            <a:off x="1248600" y="1528200"/>
            <a:ext cx="6646800" cy="15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>
            <a:off x="1248450" y="3114175"/>
            <a:ext cx="6646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0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flipH="1" rot="-514371">
            <a:off x="4546199" y="581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 rot="10800000">
            <a:off x="6590028" y="-183052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 rot="1051413">
            <a:off x="5372927" y="-597860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 rot="6697654">
            <a:off x="-3373442" y="-4867145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 flipH="1" rot="9986681">
            <a:off x="-4180552" y="10430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3394963" y="159692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2" type="title"/>
          </p:nvPr>
        </p:nvSpPr>
        <p:spPr>
          <a:xfrm>
            <a:off x="1893438" y="16776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idx="1" type="subTitle"/>
          </p:nvPr>
        </p:nvSpPr>
        <p:spPr>
          <a:xfrm>
            <a:off x="3394963" y="324648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5" name="Google Shape;105;p13"/>
          <p:cNvSpPr/>
          <p:nvPr/>
        </p:nvSpPr>
        <p:spPr>
          <a:xfrm flipH="1" rot="10800000">
            <a:off x="779327" y="3478782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1549950" y="1929275"/>
            <a:ext cx="60441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3" name="Google Shape;113;p14"/>
          <p:cNvSpPr txBox="1"/>
          <p:nvPr>
            <p:ph hasCustomPrompt="1" idx="2" type="title"/>
          </p:nvPr>
        </p:nvSpPr>
        <p:spPr>
          <a:xfrm>
            <a:off x="38229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4" name="Google Shape;114;p14"/>
          <p:cNvSpPr txBox="1"/>
          <p:nvPr>
            <p:ph idx="1" type="subTitle"/>
          </p:nvPr>
        </p:nvSpPr>
        <p:spPr>
          <a:xfrm>
            <a:off x="2414570" y="35788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5" name="Google Shape;115;p14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3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 txBox="1"/>
          <p:nvPr>
            <p:ph type="title"/>
          </p:nvPr>
        </p:nvSpPr>
        <p:spPr>
          <a:xfrm>
            <a:off x="1309450" y="2081675"/>
            <a:ext cx="43149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15"/>
          <p:cNvSpPr txBox="1"/>
          <p:nvPr>
            <p:ph hasCustomPrompt="1" idx="2" type="title"/>
          </p:nvPr>
        </p:nvSpPr>
        <p:spPr>
          <a:xfrm>
            <a:off x="6066050" y="69188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1309450" y="37312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118566" y="1549193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 flipH="1">
            <a:off x="4816263" y="1549200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 flipH="1">
            <a:off x="6912085" y="1489537"/>
            <a:ext cx="1162249" cy="1032817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3050700" y="1519363"/>
            <a:ext cx="1095097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hasCustomPrompt="1" idx="2" type="title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/>
          <p:nvPr>
            <p:ph idx="3" type="title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1" name="Google Shape;141;p16"/>
          <p:cNvSpPr txBox="1"/>
          <p:nvPr>
            <p:ph idx="4" type="subTitle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2" name="Google Shape;142;p16"/>
          <p:cNvSpPr txBox="1"/>
          <p:nvPr>
            <p:ph idx="5" type="title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16"/>
          <p:cNvSpPr txBox="1"/>
          <p:nvPr>
            <p:ph idx="6" type="subTitle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4" name="Google Shape;144;p16"/>
          <p:cNvSpPr txBox="1"/>
          <p:nvPr>
            <p:ph idx="7" type="title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16"/>
          <p:cNvSpPr txBox="1"/>
          <p:nvPr>
            <p:ph idx="8" type="subTitle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hasCustomPrompt="1" idx="9" type="title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/>
          <p:nvPr>
            <p:ph hasCustomPrompt="1" idx="13" type="title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6"/>
          <p:cNvSpPr txBox="1"/>
          <p:nvPr>
            <p:ph hasCustomPrompt="1" idx="14" type="title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6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7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9339447">
            <a:off x="7118442" y="32165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 flipH="1" rot="10285603">
            <a:off x="-6088365" y="-16178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 flipH="1" rot="-649785">
            <a:off x="-1251909" y="-48720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flipH="1" rot="-813319">
            <a:off x="7653159" y="-35663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 flipH="1" rot="-9989847">
            <a:off x="-4910832" y="2960605"/>
            <a:ext cx="7826215" cy="287790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 flipH="1" rot="-323977">
            <a:off x="6050295" y="-977077"/>
            <a:ext cx="7826148" cy="287787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hasCustomPrompt="1" idx="2" type="title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7"/>
          <p:cNvSpPr txBox="1"/>
          <p:nvPr>
            <p:ph idx="3" type="title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1" name="Google Shape;161;p17"/>
          <p:cNvSpPr txBox="1"/>
          <p:nvPr>
            <p:ph idx="4" type="subTitle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5" type="title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3" name="Google Shape;163;p17"/>
          <p:cNvSpPr txBox="1"/>
          <p:nvPr>
            <p:ph idx="6" type="subTitle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7" type="title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17"/>
          <p:cNvSpPr txBox="1"/>
          <p:nvPr>
            <p:ph idx="8" type="subTitle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hasCustomPrompt="1" idx="9" type="title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7"/>
          <p:cNvSpPr txBox="1"/>
          <p:nvPr>
            <p:ph hasCustomPrompt="1" idx="13" type="title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7"/>
          <p:cNvSpPr txBox="1"/>
          <p:nvPr>
            <p:ph hasCustomPrompt="1" idx="14" type="title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7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723300" y="3402013"/>
            <a:ext cx="3848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2" name="Google Shape;172;p18"/>
          <p:cNvSpPr txBox="1"/>
          <p:nvPr>
            <p:ph idx="1" type="subTitle"/>
          </p:nvPr>
        </p:nvSpPr>
        <p:spPr>
          <a:xfrm>
            <a:off x="723350" y="822500"/>
            <a:ext cx="4902000" cy="20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3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 flipH="1" rot="-7269862">
            <a:off x="1986429" y="-4605738"/>
            <a:ext cx="7471639" cy="47717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 rot="-10558870">
            <a:off x="5522782" y="-185325"/>
            <a:ext cx="6402110" cy="568915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 rot="6189239">
            <a:off x="4325710" y="1085979"/>
            <a:ext cx="7825966" cy="2877809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 rot="514371">
            <a:off x="-5180633" y="-979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 rot="2141143">
            <a:off x="-1290068" y="-2916503"/>
            <a:ext cx="5766686" cy="368291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 rot="10800000">
            <a:off x="-126965" y="3402013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 rot="-7948588">
            <a:off x="-5205140" y="1519073"/>
            <a:ext cx="8200910" cy="301568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>
            <p:ph type="title"/>
          </p:nvPr>
        </p:nvSpPr>
        <p:spPr>
          <a:xfrm>
            <a:off x="2064826" y="3261285"/>
            <a:ext cx="5014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2" name="Google Shape;182;p19"/>
          <p:cNvSpPr txBox="1"/>
          <p:nvPr>
            <p:ph idx="1" type="subTitle"/>
          </p:nvPr>
        </p:nvSpPr>
        <p:spPr>
          <a:xfrm>
            <a:off x="1378650" y="1348062"/>
            <a:ext cx="6386700" cy="14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6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 rot="-3394465">
            <a:off x="-3638445" y="46118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 flipH="1">
            <a:off x="-5015862" y="-4052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 flipH="1" rot="-3052073">
            <a:off x="-4888312" y="1110880"/>
            <a:ext cx="7826119" cy="287786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 rot="649760">
            <a:off x="-4262669" y="1892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 flipH="1" rot="-813319">
            <a:off x="4754300" y="-2305086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 flipH="1" rot="10285603">
            <a:off x="4790126" y="3666917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 flipH="1" rot="4726292">
            <a:off x="5414633" y="2626082"/>
            <a:ext cx="7826019" cy="287782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3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5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-10285629">
            <a:off x="5066449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1749775" y="1339400"/>
            <a:ext cx="5644500" cy="15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1" type="subTitle"/>
          </p:nvPr>
        </p:nvSpPr>
        <p:spPr>
          <a:xfrm>
            <a:off x="2153800" y="2874400"/>
            <a:ext cx="48369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 flipH="1" rot="4102360">
            <a:off x="-2758583" y="412968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 rot="813319">
            <a:off x="-431355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 txBox="1"/>
          <p:nvPr>
            <p:ph idx="1" type="subTitle"/>
          </p:nvPr>
        </p:nvSpPr>
        <p:spPr>
          <a:xfrm>
            <a:off x="723300" y="3021075"/>
            <a:ext cx="3394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 flipH="1">
            <a:off x="719825" y="986925"/>
            <a:ext cx="28884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 txBox="1"/>
          <p:nvPr>
            <p:ph idx="1" type="subTitle"/>
          </p:nvPr>
        </p:nvSpPr>
        <p:spPr>
          <a:xfrm>
            <a:off x="7233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3" name="Google Shape;223;p25"/>
          <p:cNvSpPr txBox="1"/>
          <p:nvPr>
            <p:ph type="title"/>
          </p:nvPr>
        </p:nvSpPr>
        <p:spPr>
          <a:xfrm flipH="1">
            <a:off x="719825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" name="Google Shape;224;p25"/>
          <p:cNvSpPr/>
          <p:nvPr/>
        </p:nvSpPr>
        <p:spPr>
          <a:xfrm flipH="1" rot="-649760">
            <a:off x="-3395808" y="45146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8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 rot="-3394465">
            <a:off x="-4398774" y="421144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 flipH="1">
            <a:off x="-5015841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 flipH="1" rot="-3952094">
            <a:off x="-4776410" y="665034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 rot="649760">
            <a:off x="-4213998" y="535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 flipH="1" rot="-813319">
            <a:off x="4527346" y="-34147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 flipH="1" rot="10285603">
            <a:off x="4806347" y="33637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 flipH="1" rot="5626330">
            <a:off x="3918525" y="675664"/>
            <a:ext cx="7826010" cy="287782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1514900" y="1868725"/>
            <a:ext cx="3850500" cy="23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type="title"/>
          </p:nvPr>
        </p:nvSpPr>
        <p:spPr>
          <a:xfrm>
            <a:off x="1514900" y="922175"/>
            <a:ext cx="48123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/>
          <p:nvPr/>
        </p:nvSpPr>
        <p:spPr>
          <a:xfrm flipH="1" rot="7585667">
            <a:off x="-5466599" y="794591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 rot="-5902333">
            <a:off x="3975367" y="2957142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 flipH="1" rot="-2613329">
            <a:off x="5160201" y="-3949042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 flipH="1" rot="-2700000">
            <a:off x="-4428810" y="-2266646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 txBox="1"/>
          <p:nvPr>
            <p:ph idx="1" type="subTitle"/>
          </p:nvPr>
        </p:nvSpPr>
        <p:spPr>
          <a:xfrm>
            <a:off x="4959025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1" name="Google Shape;241;p27"/>
          <p:cNvSpPr txBox="1"/>
          <p:nvPr>
            <p:ph type="title"/>
          </p:nvPr>
        </p:nvSpPr>
        <p:spPr>
          <a:xfrm flipH="1">
            <a:off x="4955550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2" name="Google Shape;242;p27"/>
          <p:cNvSpPr/>
          <p:nvPr/>
        </p:nvSpPr>
        <p:spPr>
          <a:xfrm rot="-1150203">
            <a:off x="7474328" y="896864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5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idx="1" type="subTitle"/>
          </p:nvPr>
        </p:nvSpPr>
        <p:spPr>
          <a:xfrm>
            <a:off x="4349577" y="2925675"/>
            <a:ext cx="4081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 flipH="1">
            <a:off x="4349575" y="1266675"/>
            <a:ext cx="4081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28"/>
          <p:cNvSpPr/>
          <p:nvPr/>
        </p:nvSpPr>
        <p:spPr>
          <a:xfrm flipH="1" rot="4102360">
            <a:off x="4431017" y="3716310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/>
          <p:nvPr/>
        </p:nvSpPr>
        <p:spPr>
          <a:xfrm rot="813319">
            <a:off x="4927123" y="-25796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8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 rot="3214333">
            <a:off x="-5499024" y="-2387504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/>
          <p:nvPr/>
        </p:nvSpPr>
        <p:spPr>
          <a:xfrm flipH="1" rot="-4897667">
            <a:off x="4234767" y="-2245089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"/>
          <p:cNvSpPr/>
          <p:nvPr/>
        </p:nvSpPr>
        <p:spPr>
          <a:xfrm rot="-8186671">
            <a:off x="3376801" y="4110400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"/>
          <p:cNvSpPr/>
          <p:nvPr/>
        </p:nvSpPr>
        <p:spPr>
          <a:xfrm rot="-8100000">
            <a:off x="-4461235" y="1326447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"/>
          <p:cNvSpPr txBox="1"/>
          <p:nvPr>
            <p:ph idx="1" type="subTitle"/>
          </p:nvPr>
        </p:nvSpPr>
        <p:spPr>
          <a:xfrm>
            <a:off x="15369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4" name="Google Shape;254;p29"/>
          <p:cNvSpPr/>
          <p:nvPr/>
        </p:nvSpPr>
        <p:spPr>
          <a:xfrm flipH="1" rot="-9649797">
            <a:off x="6371853" y="4455308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38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/>
          <p:nvPr/>
        </p:nvSpPr>
        <p:spPr>
          <a:xfrm rot="3952094">
            <a:off x="468168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0"/>
          <p:cNvSpPr/>
          <p:nvPr/>
        </p:nvSpPr>
        <p:spPr>
          <a:xfrm rot="-7426355">
            <a:off x="-466609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30"/>
          <p:cNvSpPr txBox="1"/>
          <p:nvPr>
            <p:ph idx="1" type="body"/>
          </p:nvPr>
        </p:nvSpPr>
        <p:spPr>
          <a:xfrm>
            <a:off x="1545450" y="1330100"/>
            <a:ext cx="60531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/>
          <p:nvPr/>
        </p:nvSpPr>
        <p:spPr>
          <a:xfrm flipH="1" rot="-859945">
            <a:off x="5665328" y="309646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1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1"/>
          <p:cNvSpPr/>
          <p:nvPr/>
        </p:nvSpPr>
        <p:spPr>
          <a:xfrm flipH="1" rot="1478505">
            <a:off x="1794833" y="-211178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"/>
          <p:cNvSpPr txBox="1"/>
          <p:nvPr>
            <p:ph type="title"/>
          </p:nvPr>
        </p:nvSpPr>
        <p:spPr>
          <a:xfrm>
            <a:off x="1699900" y="2520537"/>
            <a:ext cx="27369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4" name="Google Shape;274;p31"/>
          <p:cNvSpPr txBox="1"/>
          <p:nvPr>
            <p:ph idx="1" type="subTitle"/>
          </p:nvPr>
        </p:nvSpPr>
        <p:spPr>
          <a:xfrm>
            <a:off x="1699975" y="3065348"/>
            <a:ext cx="27369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5" name="Google Shape;275;p31"/>
          <p:cNvSpPr txBox="1"/>
          <p:nvPr>
            <p:ph idx="2" type="title"/>
          </p:nvPr>
        </p:nvSpPr>
        <p:spPr>
          <a:xfrm>
            <a:off x="4707338" y="2520537"/>
            <a:ext cx="2736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6" name="Google Shape;276;p31"/>
          <p:cNvSpPr txBox="1"/>
          <p:nvPr>
            <p:ph idx="3" type="subTitle"/>
          </p:nvPr>
        </p:nvSpPr>
        <p:spPr>
          <a:xfrm>
            <a:off x="4707501" y="3065348"/>
            <a:ext cx="27366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7" name="Google Shape;277;p31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9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32"/>
          <p:cNvSpPr txBox="1"/>
          <p:nvPr>
            <p:ph idx="2" type="title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" name="Google Shape;281;p32"/>
          <p:cNvSpPr txBox="1"/>
          <p:nvPr>
            <p:ph idx="1" type="subTitle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2" name="Google Shape;282;p32"/>
          <p:cNvSpPr txBox="1"/>
          <p:nvPr>
            <p:ph idx="3" type="title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" name="Google Shape;283;p32"/>
          <p:cNvSpPr txBox="1"/>
          <p:nvPr>
            <p:ph idx="4" type="subTitle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4" name="Google Shape;284;p32"/>
          <p:cNvSpPr/>
          <p:nvPr/>
        </p:nvSpPr>
        <p:spPr>
          <a:xfrm flipH="1" rot="-813319">
            <a:off x="7030742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3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 rot="-9940055">
            <a:off x="6313853" y="-224555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/>
          <p:nvPr/>
        </p:nvSpPr>
        <p:spPr>
          <a:xfrm flipH="1" rot="10800000">
            <a:off x="-4512131" y="0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"/>
          <p:cNvSpPr/>
          <p:nvPr/>
        </p:nvSpPr>
        <p:spPr>
          <a:xfrm rot="405705">
            <a:off x="6781192" y="537430"/>
            <a:ext cx="7309974" cy="6849668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3"/>
          <p:cNvSpPr/>
          <p:nvPr/>
        </p:nvSpPr>
        <p:spPr>
          <a:xfrm rot="10221505">
            <a:off x="2162666" y="4072255"/>
            <a:ext cx="7826058" cy="2877843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 rot="1275851">
            <a:off x="-7113372" y="1815710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 flipH="1" rot="-1244159">
            <a:off x="-7039848" y="-79298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"/>
          <p:cNvSpPr txBox="1"/>
          <p:nvPr>
            <p:ph type="title"/>
          </p:nvPr>
        </p:nvSpPr>
        <p:spPr>
          <a:xfrm>
            <a:off x="2014775" y="1710525"/>
            <a:ext cx="51141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3" name="Google Shape;293;p33"/>
          <p:cNvSpPr txBox="1"/>
          <p:nvPr>
            <p:ph idx="1" type="subTitle"/>
          </p:nvPr>
        </p:nvSpPr>
        <p:spPr>
          <a:xfrm>
            <a:off x="2014925" y="2255348"/>
            <a:ext cx="5114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4" name="Google Shape;294;p33"/>
          <p:cNvSpPr txBox="1"/>
          <p:nvPr>
            <p:ph idx="2" type="title"/>
          </p:nvPr>
        </p:nvSpPr>
        <p:spPr>
          <a:xfrm>
            <a:off x="2014780" y="3258850"/>
            <a:ext cx="51138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5" name="Google Shape;295;p33"/>
          <p:cNvSpPr txBox="1"/>
          <p:nvPr>
            <p:ph idx="3" type="subTitle"/>
          </p:nvPr>
        </p:nvSpPr>
        <p:spPr>
          <a:xfrm>
            <a:off x="2015075" y="3803672"/>
            <a:ext cx="51138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6" name="Google Shape;296;p33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 rot="9405665">
            <a:off x="-4880740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"/>
          <p:cNvSpPr/>
          <p:nvPr/>
        </p:nvSpPr>
        <p:spPr>
          <a:xfrm flipH="1" rot="9555841">
            <a:off x="780170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5" name="Google Shape;305;p34"/>
          <p:cNvSpPr txBox="1"/>
          <p:nvPr>
            <p:ph idx="2" type="title"/>
          </p:nvPr>
        </p:nvSpPr>
        <p:spPr>
          <a:xfrm>
            <a:off x="1164025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6" name="Google Shape;306;p34"/>
          <p:cNvSpPr txBox="1"/>
          <p:nvPr>
            <p:ph idx="1" type="subTitle"/>
          </p:nvPr>
        </p:nvSpPr>
        <p:spPr>
          <a:xfrm>
            <a:off x="116407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7" name="Google Shape;307;p34"/>
          <p:cNvSpPr txBox="1"/>
          <p:nvPr>
            <p:ph idx="3" type="title"/>
          </p:nvPr>
        </p:nvSpPr>
        <p:spPr>
          <a:xfrm>
            <a:off x="3549063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8" name="Google Shape;308;p34"/>
          <p:cNvSpPr txBox="1"/>
          <p:nvPr>
            <p:ph idx="4" type="subTitle"/>
          </p:nvPr>
        </p:nvSpPr>
        <p:spPr>
          <a:xfrm>
            <a:off x="3549150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9" name="Google Shape;309;p34"/>
          <p:cNvSpPr txBox="1"/>
          <p:nvPr>
            <p:ph idx="5" type="title"/>
          </p:nvPr>
        </p:nvSpPr>
        <p:spPr>
          <a:xfrm>
            <a:off x="5934100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0" name="Google Shape;310;p34"/>
          <p:cNvSpPr txBox="1"/>
          <p:nvPr>
            <p:ph idx="6" type="subTitle"/>
          </p:nvPr>
        </p:nvSpPr>
        <p:spPr>
          <a:xfrm>
            <a:off x="593422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2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/>
          <p:nvPr/>
        </p:nvSpPr>
        <p:spPr>
          <a:xfrm flipH="1" rot="10285629">
            <a:off x="-7063092" y="-236754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-4432130" y="168593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5"/>
          <p:cNvSpPr/>
          <p:nvPr/>
        </p:nvSpPr>
        <p:spPr>
          <a:xfrm flipH="1" rot="-2839443">
            <a:off x="2550622" y="32526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5"/>
          <p:cNvSpPr/>
          <p:nvPr/>
        </p:nvSpPr>
        <p:spPr>
          <a:xfrm flipH="1" rot="-10305679">
            <a:off x="6458116" y="67162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 flipH="1" rot="1478505">
            <a:off x="3777012" y="-1076247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 rot="-9555841">
            <a:off x="-6505500" y="24943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9" name="Google Shape;319;p35"/>
          <p:cNvSpPr txBox="1"/>
          <p:nvPr>
            <p:ph idx="2" type="title"/>
          </p:nvPr>
        </p:nvSpPr>
        <p:spPr>
          <a:xfrm>
            <a:off x="1164025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0" name="Google Shape;320;p35"/>
          <p:cNvSpPr txBox="1"/>
          <p:nvPr>
            <p:ph idx="1" type="subTitle"/>
          </p:nvPr>
        </p:nvSpPr>
        <p:spPr>
          <a:xfrm>
            <a:off x="116407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1" name="Google Shape;321;p35"/>
          <p:cNvSpPr txBox="1"/>
          <p:nvPr>
            <p:ph idx="3" type="title"/>
          </p:nvPr>
        </p:nvSpPr>
        <p:spPr>
          <a:xfrm>
            <a:off x="3549063" y="2379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2" name="Google Shape;322;p35"/>
          <p:cNvSpPr txBox="1"/>
          <p:nvPr>
            <p:ph idx="4" type="subTitle"/>
          </p:nvPr>
        </p:nvSpPr>
        <p:spPr>
          <a:xfrm>
            <a:off x="3549150" y="2913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5" type="title"/>
          </p:nvPr>
        </p:nvSpPr>
        <p:spPr>
          <a:xfrm>
            <a:off x="5934100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4" name="Google Shape;324;p35"/>
          <p:cNvSpPr txBox="1"/>
          <p:nvPr>
            <p:ph idx="6" type="subTitle"/>
          </p:nvPr>
        </p:nvSpPr>
        <p:spPr>
          <a:xfrm>
            <a:off x="593422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2077025" y="15183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7" name="Google Shape;327;p36"/>
          <p:cNvSpPr txBox="1"/>
          <p:nvPr>
            <p:ph idx="1" type="subTitle"/>
          </p:nvPr>
        </p:nvSpPr>
        <p:spPr>
          <a:xfrm>
            <a:off x="2077175" y="2063201"/>
            <a:ext cx="59091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>
            <p:ph idx="2" type="title"/>
          </p:nvPr>
        </p:nvSpPr>
        <p:spPr>
          <a:xfrm>
            <a:off x="2077027" y="257712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" name="Google Shape;329;p36"/>
          <p:cNvSpPr txBox="1"/>
          <p:nvPr>
            <p:ph idx="3" type="subTitle"/>
          </p:nvPr>
        </p:nvSpPr>
        <p:spPr>
          <a:xfrm>
            <a:off x="2077350" y="312195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0" name="Google Shape;330;p36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1" name="Google Shape;331;p36"/>
          <p:cNvSpPr/>
          <p:nvPr/>
        </p:nvSpPr>
        <p:spPr>
          <a:xfrm flipH="1" rot="10285629">
            <a:off x="-6531342" y="-212179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"/>
          <p:cNvSpPr/>
          <p:nvPr/>
        </p:nvSpPr>
        <p:spPr>
          <a:xfrm>
            <a:off x="-4516430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6"/>
          <p:cNvSpPr/>
          <p:nvPr/>
        </p:nvSpPr>
        <p:spPr>
          <a:xfrm flipH="1" rot="-2839443">
            <a:off x="877472" y="32202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6"/>
          <p:cNvSpPr/>
          <p:nvPr/>
        </p:nvSpPr>
        <p:spPr>
          <a:xfrm flipH="1" rot="-10305679">
            <a:off x="6411091" y="30197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"/>
          <p:cNvSpPr/>
          <p:nvPr/>
        </p:nvSpPr>
        <p:spPr>
          <a:xfrm flipH="1" rot="3278516">
            <a:off x="4649136" y="-366101"/>
            <a:ext cx="7826271" cy="287792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6"/>
          <p:cNvSpPr/>
          <p:nvPr/>
        </p:nvSpPr>
        <p:spPr>
          <a:xfrm rot="-9555841">
            <a:off x="-6466450" y="2570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6"/>
          <p:cNvSpPr txBox="1"/>
          <p:nvPr>
            <p:ph idx="5" type="title"/>
          </p:nvPr>
        </p:nvSpPr>
        <p:spPr>
          <a:xfrm>
            <a:off x="2077027" y="36358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8" name="Google Shape;338;p36"/>
          <p:cNvSpPr txBox="1"/>
          <p:nvPr>
            <p:ph idx="6" type="subTitle"/>
          </p:nvPr>
        </p:nvSpPr>
        <p:spPr>
          <a:xfrm>
            <a:off x="2077350" y="418070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7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7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7"/>
          <p:cNvSpPr txBox="1"/>
          <p:nvPr>
            <p:ph type="title"/>
          </p:nvPr>
        </p:nvSpPr>
        <p:spPr>
          <a:xfrm>
            <a:off x="5664001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6" name="Google Shape;346;p37"/>
          <p:cNvSpPr txBox="1"/>
          <p:nvPr>
            <p:ph idx="1" type="subTitle"/>
          </p:nvPr>
        </p:nvSpPr>
        <p:spPr>
          <a:xfrm>
            <a:off x="566405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7" name="Google Shape;347;p37"/>
          <p:cNvSpPr txBox="1"/>
          <p:nvPr>
            <p:ph idx="2" type="title"/>
          </p:nvPr>
        </p:nvSpPr>
        <p:spPr>
          <a:xfrm>
            <a:off x="5664001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8" name="Google Shape;348;p37"/>
          <p:cNvSpPr txBox="1"/>
          <p:nvPr>
            <p:ph idx="3" type="subTitle"/>
          </p:nvPr>
        </p:nvSpPr>
        <p:spPr>
          <a:xfrm>
            <a:off x="566402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9" name="Google Shape;349;p37"/>
          <p:cNvSpPr txBox="1"/>
          <p:nvPr>
            <p:ph idx="4" type="title"/>
          </p:nvPr>
        </p:nvSpPr>
        <p:spPr>
          <a:xfrm>
            <a:off x="1252726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0" name="Google Shape;350;p37"/>
          <p:cNvSpPr txBox="1"/>
          <p:nvPr>
            <p:ph idx="5" type="subTitle"/>
          </p:nvPr>
        </p:nvSpPr>
        <p:spPr>
          <a:xfrm>
            <a:off x="97150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1" name="Google Shape;351;p37"/>
          <p:cNvSpPr txBox="1"/>
          <p:nvPr>
            <p:ph idx="6" type="title"/>
          </p:nvPr>
        </p:nvSpPr>
        <p:spPr>
          <a:xfrm>
            <a:off x="1252726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2" name="Google Shape;352;p37"/>
          <p:cNvSpPr txBox="1"/>
          <p:nvPr>
            <p:ph idx="7" type="subTitle"/>
          </p:nvPr>
        </p:nvSpPr>
        <p:spPr>
          <a:xfrm>
            <a:off x="97147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3" name="Google Shape;353;p37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8"/>
          <p:cNvSpPr/>
          <p:nvPr/>
        </p:nvSpPr>
        <p:spPr>
          <a:xfrm rot="-10285603">
            <a:off x="586952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8"/>
          <p:cNvSpPr txBox="1"/>
          <p:nvPr>
            <p:ph type="title"/>
          </p:nvPr>
        </p:nvSpPr>
        <p:spPr>
          <a:xfrm flipH="1">
            <a:off x="3993600" y="437700"/>
            <a:ext cx="441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2" type="title"/>
          </p:nvPr>
        </p:nvSpPr>
        <p:spPr>
          <a:xfrm>
            <a:off x="4157088" y="2211700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9" name="Google Shape;359;p38"/>
          <p:cNvSpPr txBox="1"/>
          <p:nvPr>
            <p:ph idx="1" type="subTitle"/>
          </p:nvPr>
        </p:nvSpPr>
        <p:spPr>
          <a:xfrm>
            <a:off x="5964350" y="2211700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0" name="Google Shape;360;p38"/>
          <p:cNvSpPr txBox="1"/>
          <p:nvPr>
            <p:ph idx="3" type="title"/>
          </p:nvPr>
        </p:nvSpPr>
        <p:spPr>
          <a:xfrm>
            <a:off x="4157088" y="3465525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1" name="Google Shape;361;p38"/>
          <p:cNvSpPr txBox="1"/>
          <p:nvPr>
            <p:ph idx="4" type="subTitle"/>
          </p:nvPr>
        </p:nvSpPr>
        <p:spPr>
          <a:xfrm>
            <a:off x="5964350" y="3465525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4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/>
          <p:nvPr/>
        </p:nvSpPr>
        <p:spPr>
          <a:xfrm rot="-4102360">
            <a:off x="4113422" y="47654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"/>
          <p:cNvSpPr/>
          <p:nvPr/>
        </p:nvSpPr>
        <p:spPr>
          <a:xfrm flipH="1" rot="-813319">
            <a:off x="7043160" y="-16089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9"/>
          <p:cNvSpPr/>
          <p:nvPr/>
        </p:nvSpPr>
        <p:spPr>
          <a:xfrm rot="-3394465">
            <a:off x="-4084285" y="336016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9"/>
          <p:cNvSpPr/>
          <p:nvPr/>
        </p:nvSpPr>
        <p:spPr>
          <a:xfrm flipH="1" rot="10285603">
            <a:off x="-4881689" y="-15084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9"/>
          <p:cNvSpPr/>
          <p:nvPr/>
        </p:nvSpPr>
        <p:spPr>
          <a:xfrm flipH="1" rot="6738480">
            <a:off x="5484634" y="1473878"/>
            <a:ext cx="7826261" cy="287791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9"/>
          <p:cNvSpPr txBox="1"/>
          <p:nvPr>
            <p:ph type="title"/>
          </p:nvPr>
        </p:nvSpPr>
        <p:spPr>
          <a:xfrm>
            <a:off x="46332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9" name="Google Shape;369;p39"/>
          <p:cNvSpPr txBox="1"/>
          <p:nvPr>
            <p:ph idx="1" type="subTitle"/>
          </p:nvPr>
        </p:nvSpPr>
        <p:spPr>
          <a:xfrm>
            <a:off x="4633297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2" type="title"/>
          </p:nvPr>
        </p:nvSpPr>
        <p:spPr>
          <a:xfrm>
            <a:off x="6544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1" name="Google Shape;371;p39"/>
          <p:cNvSpPr txBox="1"/>
          <p:nvPr>
            <p:ph idx="3" type="subTitle"/>
          </p:nvPr>
        </p:nvSpPr>
        <p:spPr>
          <a:xfrm>
            <a:off x="6544625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4" type="title"/>
          </p:nvPr>
        </p:nvSpPr>
        <p:spPr>
          <a:xfrm>
            <a:off x="27218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3" name="Google Shape;373;p39"/>
          <p:cNvSpPr txBox="1"/>
          <p:nvPr>
            <p:ph idx="5" type="subTitle"/>
          </p:nvPr>
        </p:nvSpPr>
        <p:spPr>
          <a:xfrm>
            <a:off x="2722019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4" name="Google Shape;374;p39"/>
          <p:cNvSpPr txBox="1"/>
          <p:nvPr>
            <p:ph idx="6" type="title"/>
          </p:nvPr>
        </p:nvSpPr>
        <p:spPr>
          <a:xfrm>
            <a:off x="810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5" name="Google Shape;375;p39"/>
          <p:cNvSpPr txBox="1"/>
          <p:nvPr>
            <p:ph idx="7" type="subTitle"/>
          </p:nvPr>
        </p:nvSpPr>
        <p:spPr>
          <a:xfrm>
            <a:off x="810750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6" name="Google Shape;376;p39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0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"/>
          <p:cNvSpPr/>
          <p:nvPr/>
        </p:nvSpPr>
        <p:spPr>
          <a:xfrm rot="9405665">
            <a:off x="-5036390" y="19320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 rot="-1478505">
            <a:off x="-435239" y="-2304911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 flipH="1" rot="9555841">
            <a:off x="80422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0"/>
          <p:cNvSpPr txBox="1"/>
          <p:nvPr>
            <p:ph type="title"/>
          </p:nvPr>
        </p:nvSpPr>
        <p:spPr>
          <a:xfrm>
            <a:off x="1465625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5" name="Google Shape;385;p40"/>
          <p:cNvSpPr txBox="1"/>
          <p:nvPr>
            <p:ph idx="1" type="subTitle"/>
          </p:nvPr>
        </p:nvSpPr>
        <p:spPr>
          <a:xfrm>
            <a:off x="1465675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6" name="Google Shape;386;p40"/>
          <p:cNvSpPr txBox="1"/>
          <p:nvPr>
            <p:ph idx="2" type="title"/>
          </p:nvPr>
        </p:nvSpPr>
        <p:spPr>
          <a:xfrm>
            <a:off x="1465625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7" name="Google Shape;387;p40"/>
          <p:cNvSpPr txBox="1"/>
          <p:nvPr>
            <p:ph idx="3" type="subTitle"/>
          </p:nvPr>
        </p:nvSpPr>
        <p:spPr>
          <a:xfrm>
            <a:off x="1465675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8" name="Google Shape;388;p40"/>
          <p:cNvSpPr txBox="1"/>
          <p:nvPr>
            <p:ph idx="4" type="title"/>
          </p:nvPr>
        </p:nvSpPr>
        <p:spPr>
          <a:xfrm>
            <a:off x="1465625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9" name="Google Shape;389;p40"/>
          <p:cNvSpPr txBox="1"/>
          <p:nvPr>
            <p:ph idx="5" type="subTitle"/>
          </p:nvPr>
        </p:nvSpPr>
        <p:spPr>
          <a:xfrm>
            <a:off x="1465675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0" name="Google Shape;390;p40"/>
          <p:cNvSpPr txBox="1"/>
          <p:nvPr>
            <p:ph idx="6" type="title"/>
          </p:nvPr>
        </p:nvSpPr>
        <p:spPr>
          <a:xfrm>
            <a:off x="5348850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1" name="Google Shape;391;p40"/>
          <p:cNvSpPr txBox="1"/>
          <p:nvPr>
            <p:ph idx="7" type="subTitle"/>
          </p:nvPr>
        </p:nvSpPr>
        <p:spPr>
          <a:xfrm>
            <a:off x="5348900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8" type="title"/>
          </p:nvPr>
        </p:nvSpPr>
        <p:spPr>
          <a:xfrm>
            <a:off x="5348850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3" name="Google Shape;393;p40"/>
          <p:cNvSpPr txBox="1"/>
          <p:nvPr>
            <p:ph idx="9" type="subTitle"/>
          </p:nvPr>
        </p:nvSpPr>
        <p:spPr>
          <a:xfrm>
            <a:off x="5348900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4" name="Google Shape;394;p40"/>
          <p:cNvSpPr txBox="1"/>
          <p:nvPr>
            <p:ph idx="13" type="title"/>
          </p:nvPr>
        </p:nvSpPr>
        <p:spPr>
          <a:xfrm>
            <a:off x="5348850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5" name="Google Shape;395;p40"/>
          <p:cNvSpPr txBox="1"/>
          <p:nvPr>
            <p:ph idx="14" type="subTitle"/>
          </p:nvPr>
        </p:nvSpPr>
        <p:spPr>
          <a:xfrm>
            <a:off x="5348900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6" name="Google Shape;396;p40"/>
          <p:cNvSpPr txBox="1"/>
          <p:nvPr>
            <p:ph idx="15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1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1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1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1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1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1"/>
          <p:cNvSpPr txBox="1"/>
          <p:nvPr>
            <p:ph type="title"/>
          </p:nvPr>
        </p:nvSpPr>
        <p:spPr>
          <a:xfrm>
            <a:off x="7210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5" name="Google Shape;405;p41"/>
          <p:cNvSpPr txBox="1"/>
          <p:nvPr>
            <p:ph idx="1" type="subTitle"/>
          </p:nvPr>
        </p:nvSpPr>
        <p:spPr>
          <a:xfrm>
            <a:off x="7211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6" name="Google Shape;406;p41"/>
          <p:cNvSpPr txBox="1"/>
          <p:nvPr>
            <p:ph idx="2" type="title"/>
          </p:nvPr>
        </p:nvSpPr>
        <p:spPr>
          <a:xfrm>
            <a:off x="7210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7" name="Google Shape;407;p41"/>
          <p:cNvSpPr txBox="1"/>
          <p:nvPr>
            <p:ph idx="3" type="subTitle"/>
          </p:nvPr>
        </p:nvSpPr>
        <p:spPr>
          <a:xfrm>
            <a:off x="7211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8" name="Google Shape;408;p41"/>
          <p:cNvSpPr txBox="1"/>
          <p:nvPr>
            <p:ph idx="4" type="title"/>
          </p:nvPr>
        </p:nvSpPr>
        <p:spPr>
          <a:xfrm>
            <a:off x="34583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9" name="Google Shape;409;p41"/>
          <p:cNvSpPr txBox="1"/>
          <p:nvPr>
            <p:ph idx="5" type="subTitle"/>
          </p:nvPr>
        </p:nvSpPr>
        <p:spPr>
          <a:xfrm>
            <a:off x="34584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0" name="Google Shape;410;p41"/>
          <p:cNvSpPr txBox="1"/>
          <p:nvPr>
            <p:ph idx="6" type="title"/>
          </p:nvPr>
        </p:nvSpPr>
        <p:spPr>
          <a:xfrm>
            <a:off x="34583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1" name="Google Shape;411;p41"/>
          <p:cNvSpPr txBox="1"/>
          <p:nvPr>
            <p:ph idx="7" type="subTitle"/>
          </p:nvPr>
        </p:nvSpPr>
        <p:spPr>
          <a:xfrm>
            <a:off x="34584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2" name="Google Shape;412;p41"/>
          <p:cNvSpPr txBox="1"/>
          <p:nvPr>
            <p:ph idx="8" type="title"/>
          </p:nvPr>
        </p:nvSpPr>
        <p:spPr>
          <a:xfrm>
            <a:off x="619572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3" name="Google Shape;413;p41"/>
          <p:cNvSpPr txBox="1"/>
          <p:nvPr>
            <p:ph idx="9" type="subTitle"/>
          </p:nvPr>
        </p:nvSpPr>
        <p:spPr>
          <a:xfrm>
            <a:off x="619577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4" name="Google Shape;414;p41"/>
          <p:cNvSpPr txBox="1"/>
          <p:nvPr>
            <p:ph idx="13" type="title"/>
          </p:nvPr>
        </p:nvSpPr>
        <p:spPr>
          <a:xfrm>
            <a:off x="619572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5" name="Google Shape;415;p41"/>
          <p:cNvSpPr txBox="1"/>
          <p:nvPr>
            <p:ph idx="14" type="subTitle"/>
          </p:nvPr>
        </p:nvSpPr>
        <p:spPr>
          <a:xfrm>
            <a:off x="619575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6" name="Google Shape;416;p41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7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/>
          <p:nvPr/>
        </p:nvSpPr>
        <p:spPr>
          <a:xfrm rot="-9339447">
            <a:off x="6847042" y="29704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2"/>
          <p:cNvSpPr/>
          <p:nvPr/>
        </p:nvSpPr>
        <p:spPr>
          <a:xfrm flipH="1" rot="10285603">
            <a:off x="-5277715" y="-24641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2"/>
          <p:cNvSpPr/>
          <p:nvPr/>
        </p:nvSpPr>
        <p:spPr>
          <a:xfrm flipH="1" rot="-649785">
            <a:off x="-4089159" y="105605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2"/>
          <p:cNvSpPr/>
          <p:nvPr/>
        </p:nvSpPr>
        <p:spPr>
          <a:xfrm flipH="1" rot="-813319">
            <a:off x="7695609" y="-35221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2"/>
          <p:cNvSpPr/>
          <p:nvPr/>
        </p:nvSpPr>
        <p:spPr>
          <a:xfrm flipH="1" rot="-9089871">
            <a:off x="-5596635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2"/>
          <p:cNvSpPr/>
          <p:nvPr/>
        </p:nvSpPr>
        <p:spPr>
          <a:xfrm flipH="1" rot="1476017">
            <a:off x="6812373" y="775527"/>
            <a:ext cx="7826071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2"/>
          <p:cNvSpPr txBox="1"/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5" name="Google Shape;425;p42"/>
          <p:cNvSpPr txBox="1"/>
          <p:nvPr>
            <p:ph idx="1" type="subTitle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6" name="Google Shape;426;p42"/>
          <p:cNvSpPr txBox="1"/>
          <p:nvPr>
            <p:ph idx="2" type="title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7" name="Google Shape;427;p42"/>
          <p:cNvSpPr txBox="1"/>
          <p:nvPr>
            <p:ph idx="3" type="subTitle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8" name="Google Shape;428;p42"/>
          <p:cNvSpPr txBox="1"/>
          <p:nvPr>
            <p:ph idx="4" type="title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9" name="Google Shape;429;p42"/>
          <p:cNvSpPr txBox="1"/>
          <p:nvPr>
            <p:ph idx="5" type="subTitle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0" name="Google Shape;430;p42"/>
          <p:cNvSpPr txBox="1"/>
          <p:nvPr>
            <p:ph idx="6" type="title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1" name="Google Shape;431;p42"/>
          <p:cNvSpPr txBox="1"/>
          <p:nvPr>
            <p:ph idx="7" type="subTitle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2" name="Google Shape;432;p42"/>
          <p:cNvSpPr txBox="1"/>
          <p:nvPr>
            <p:ph idx="8" type="title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3" name="Google Shape;433;p42"/>
          <p:cNvSpPr txBox="1"/>
          <p:nvPr>
            <p:ph idx="9" type="subTitle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4" name="Google Shape;434;p42"/>
          <p:cNvSpPr txBox="1"/>
          <p:nvPr>
            <p:ph idx="13" type="title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5" name="Google Shape;435;p42"/>
          <p:cNvSpPr txBox="1"/>
          <p:nvPr>
            <p:ph idx="14" type="subTitle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6" name="Google Shape;436;p42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3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3"/>
          <p:cNvSpPr/>
          <p:nvPr/>
        </p:nvSpPr>
        <p:spPr>
          <a:xfrm>
            <a:off x="531517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3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3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 rot="-10285603">
            <a:off x="-4701904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3"/>
          <p:cNvSpPr txBox="1"/>
          <p:nvPr>
            <p:ph hasCustomPrompt="1" type="title"/>
          </p:nvPr>
        </p:nvSpPr>
        <p:spPr>
          <a:xfrm>
            <a:off x="723300" y="75197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5" name="Google Shape;445;p43"/>
          <p:cNvSpPr txBox="1"/>
          <p:nvPr>
            <p:ph idx="1" type="subTitle"/>
          </p:nvPr>
        </p:nvSpPr>
        <p:spPr>
          <a:xfrm>
            <a:off x="723300" y="2038177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6" name="Google Shape;446;p43"/>
          <p:cNvSpPr txBox="1"/>
          <p:nvPr>
            <p:ph hasCustomPrompt="1" idx="2" type="title"/>
          </p:nvPr>
        </p:nvSpPr>
        <p:spPr>
          <a:xfrm>
            <a:off x="723300" y="259882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7" name="Google Shape;447;p43"/>
          <p:cNvSpPr txBox="1"/>
          <p:nvPr>
            <p:ph idx="3" type="subTitle"/>
          </p:nvPr>
        </p:nvSpPr>
        <p:spPr>
          <a:xfrm>
            <a:off x="723300" y="3889928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/>
          <p:nvPr/>
        </p:nvSpPr>
        <p:spPr>
          <a:xfrm flipH="1" rot="-813319">
            <a:off x="4461871" y="-38204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4"/>
          <p:cNvSpPr/>
          <p:nvPr/>
        </p:nvSpPr>
        <p:spPr>
          <a:xfrm rot="-3394465">
            <a:off x="-4415599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4"/>
          <p:cNvSpPr/>
          <p:nvPr/>
        </p:nvSpPr>
        <p:spPr>
          <a:xfrm flipH="1">
            <a:off x="-3718816" y="-232974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4"/>
          <p:cNvSpPr/>
          <p:nvPr/>
        </p:nvSpPr>
        <p:spPr>
          <a:xfrm flipH="1" rot="-3406877">
            <a:off x="4741603" y="2701799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"/>
          <p:cNvSpPr/>
          <p:nvPr/>
        </p:nvSpPr>
        <p:spPr>
          <a:xfrm rot="649760">
            <a:off x="-3160798" y="3729042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/>
          <p:nvPr/>
        </p:nvSpPr>
        <p:spPr>
          <a:xfrm flipH="1" rot="10285603">
            <a:off x="4594972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4"/>
          <p:cNvSpPr txBox="1"/>
          <p:nvPr>
            <p:ph hasCustomPrompt="1" type="title"/>
          </p:nvPr>
        </p:nvSpPr>
        <p:spPr>
          <a:xfrm>
            <a:off x="2223600" y="53950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6" name="Google Shape;456;p44"/>
          <p:cNvSpPr txBox="1"/>
          <p:nvPr>
            <p:ph idx="1" type="subTitle"/>
          </p:nvPr>
        </p:nvSpPr>
        <p:spPr>
          <a:xfrm>
            <a:off x="2223600" y="1437838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7" name="Google Shape;457;p44"/>
          <p:cNvSpPr txBox="1"/>
          <p:nvPr>
            <p:ph hasCustomPrompt="1" idx="2" type="title"/>
          </p:nvPr>
        </p:nvSpPr>
        <p:spPr>
          <a:xfrm>
            <a:off x="2223600" y="33543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8" name="Google Shape;458;p44"/>
          <p:cNvSpPr txBox="1"/>
          <p:nvPr>
            <p:ph idx="3" type="subTitle"/>
          </p:nvPr>
        </p:nvSpPr>
        <p:spPr>
          <a:xfrm>
            <a:off x="2223600" y="42574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9" name="Google Shape;459;p44"/>
          <p:cNvSpPr txBox="1"/>
          <p:nvPr>
            <p:ph hasCustomPrompt="1" idx="4" type="title"/>
          </p:nvPr>
        </p:nvSpPr>
        <p:spPr>
          <a:xfrm>
            <a:off x="2223600" y="19445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0" name="Google Shape;460;p44"/>
          <p:cNvSpPr txBox="1"/>
          <p:nvPr>
            <p:ph idx="5" type="subTitle"/>
          </p:nvPr>
        </p:nvSpPr>
        <p:spPr>
          <a:xfrm>
            <a:off x="2223600" y="28476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5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5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5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5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5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5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5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0" name="Google Shape;470;p45"/>
          <p:cNvSpPr txBox="1"/>
          <p:nvPr>
            <p:ph idx="2" type="title"/>
          </p:nvPr>
        </p:nvSpPr>
        <p:spPr>
          <a:xfrm>
            <a:off x="872476" y="1425413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1" name="Google Shape;471;p45"/>
          <p:cNvSpPr txBox="1"/>
          <p:nvPr>
            <p:ph idx="1" type="subTitle"/>
          </p:nvPr>
        </p:nvSpPr>
        <p:spPr>
          <a:xfrm>
            <a:off x="872475" y="3674675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2" name="Google Shape;472;p45"/>
          <p:cNvSpPr txBox="1"/>
          <p:nvPr>
            <p:ph idx="3" type="title"/>
          </p:nvPr>
        </p:nvSpPr>
        <p:spPr>
          <a:xfrm>
            <a:off x="3498100" y="1425413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3" name="Google Shape;473;p45"/>
          <p:cNvSpPr txBox="1"/>
          <p:nvPr>
            <p:ph idx="4" type="subTitle"/>
          </p:nvPr>
        </p:nvSpPr>
        <p:spPr>
          <a:xfrm>
            <a:off x="3498101" y="3674675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4" name="Google Shape;474;p45"/>
          <p:cNvSpPr txBox="1"/>
          <p:nvPr>
            <p:ph idx="5" type="title"/>
          </p:nvPr>
        </p:nvSpPr>
        <p:spPr>
          <a:xfrm>
            <a:off x="5966121" y="1425413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5" name="Google Shape;475;p45"/>
          <p:cNvSpPr txBox="1"/>
          <p:nvPr>
            <p:ph idx="6" type="subTitle"/>
          </p:nvPr>
        </p:nvSpPr>
        <p:spPr>
          <a:xfrm>
            <a:off x="5966125" y="3674675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6" name="Google Shape;476;p45"/>
          <p:cNvSpPr txBox="1"/>
          <p:nvPr>
            <p:ph hasCustomPrompt="1" idx="7" type="title"/>
          </p:nvPr>
        </p:nvSpPr>
        <p:spPr>
          <a:xfrm>
            <a:off x="1573073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7" name="Google Shape;477;p45"/>
          <p:cNvSpPr txBox="1"/>
          <p:nvPr>
            <p:ph hasCustomPrompt="1" idx="8" type="title"/>
          </p:nvPr>
        </p:nvSpPr>
        <p:spPr>
          <a:xfrm>
            <a:off x="4123139" y="251893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8" name="Google Shape;478;p45"/>
          <p:cNvSpPr txBox="1"/>
          <p:nvPr>
            <p:ph hasCustomPrompt="1" idx="9" type="title"/>
          </p:nvPr>
        </p:nvSpPr>
        <p:spPr>
          <a:xfrm>
            <a:off x="6672769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30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/>
          <p:nvPr/>
        </p:nvSpPr>
        <p:spPr>
          <a:xfrm rot="7405535">
            <a:off x="3401384" y="-41810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6"/>
          <p:cNvSpPr/>
          <p:nvPr/>
        </p:nvSpPr>
        <p:spPr>
          <a:xfrm flipH="1" rot="10800000">
            <a:off x="6191327" y="6574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6"/>
          <p:cNvSpPr/>
          <p:nvPr/>
        </p:nvSpPr>
        <p:spPr>
          <a:xfrm flipH="1" rot="6847906">
            <a:off x="5303136" y="19645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6"/>
          <p:cNvSpPr/>
          <p:nvPr/>
        </p:nvSpPr>
        <p:spPr>
          <a:xfrm rot="-10150240">
            <a:off x="7399442" y="40332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6"/>
          <p:cNvSpPr/>
          <p:nvPr/>
        </p:nvSpPr>
        <p:spPr>
          <a:xfrm flipH="1" rot="9986681">
            <a:off x="-2153452" y="21955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6"/>
          <p:cNvSpPr/>
          <p:nvPr/>
        </p:nvSpPr>
        <p:spPr>
          <a:xfrm flipH="1" rot="-514397">
            <a:off x="-4377604" y="-37143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6"/>
          <p:cNvSpPr/>
          <p:nvPr/>
        </p:nvSpPr>
        <p:spPr>
          <a:xfrm flipH="1" rot="-3373645">
            <a:off x="-5233242" y="7996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6"/>
          <p:cNvSpPr txBox="1"/>
          <p:nvPr>
            <p:ph type="title"/>
          </p:nvPr>
        </p:nvSpPr>
        <p:spPr>
          <a:xfrm>
            <a:off x="872476" y="2613288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8" name="Google Shape;488;p46"/>
          <p:cNvSpPr txBox="1"/>
          <p:nvPr>
            <p:ph idx="1" type="subTitle"/>
          </p:nvPr>
        </p:nvSpPr>
        <p:spPr>
          <a:xfrm>
            <a:off x="872475" y="2979000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9" name="Google Shape;489;p46"/>
          <p:cNvSpPr txBox="1"/>
          <p:nvPr>
            <p:ph idx="2" type="title"/>
          </p:nvPr>
        </p:nvSpPr>
        <p:spPr>
          <a:xfrm>
            <a:off x="3498100" y="2613288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0" name="Google Shape;490;p46"/>
          <p:cNvSpPr txBox="1"/>
          <p:nvPr>
            <p:ph idx="3" type="subTitle"/>
          </p:nvPr>
        </p:nvSpPr>
        <p:spPr>
          <a:xfrm>
            <a:off x="3498101" y="2979000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1" name="Google Shape;491;p46"/>
          <p:cNvSpPr txBox="1"/>
          <p:nvPr>
            <p:ph idx="4" type="title"/>
          </p:nvPr>
        </p:nvSpPr>
        <p:spPr>
          <a:xfrm>
            <a:off x="5966121" y="2613288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2" name="Google Shape;492;p46"/>
          <p:cNvSpPr txBox="1"/>
          <p:nvPr>
            <p:ph idx="5" type="subTitle"/>
          </p:nvPr>
        </p:nvSpPr>
        <p:spPr>
          <a:xfrm>
            <a:off x="5966125" y="2979000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3" name="Google Shape;493;p46"/>
          <p:cNvSpPr txBox="1"/>
          <p:nvPr>
            <p:ph hasCustomPrompt="1" idx="6" type="title"/>
          </p:nvPr>
        </p:nvSpPr>
        <p:spPr>
          <a:xfrm>
            <a:off x="1407025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4" name="Google Shape;494;p46"/>
          <p:cNvSpPr txBox="1"/>
          <p:nvPr>
            <p:ph hasCustomPrompt="1" idx="7" type="title"/>
          </p:nvPr>
        </p:nvSpPr>
        <p:spPr>
          <a:xfrm>
            <a:off x="3957087" y="1524925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5" name="Google Shape;495;p46"/>
          <p:cNvSpPr txBox="1"/>
          <p:nvPr>
            <p:ph hasCustomPrompt="1" idx="8" type="title"/>
          </p:nvPr>
        </p:nvSpPr>
        <p:spPr>
          <a:xfrm>
            <a:off x="6506727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7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7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 flipH="1" rot="-8823147">
            <a:off x="58042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7"/>
          <p:cNvSpPr/>
          <p:nvPr/>
        </p:nvSpPr>
        <p:spPr>
          <a:xfrm flipH="1" rot="8100000">
            <a:off x="-2522993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7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 flipH="1" rot="-2128845">
            <a:off x="-1704639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 txBox="1"/>
          <p:nvPr>
            <p:ph type="title"/>
          </p:nvPr>
        </p:nvSpPr>
        <p:spPr>
          <a:xfrm>
            <a:off x="1276650" y="438900"/>
            <a:ext cx="6590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5" name="Google Shape;505;p47"/>
          <p:cNvSpPr txBox="1"/>
          <p:nvPr>
            <p:ph idx="1" type="subTitle"/>
          </p:nvPr>
        </p:nvSpPr>
        <p:spPr>
          <a:xfrm>
            <a:off x="2854650" y="1652972"/>
            <a:ext cx="3434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6" name="Google Shape;506;p47"/>
          <p:cNvSpPr/>
          <p:nvPr/>
        </p:nvSpPr>
        <p:spPr>
          <a:xfrm flipH="1" rot="9555807">
            <a:off x="7660042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7"/>
          <p:cNvSpPr txBox="1"/>
          <p:nvPr/>
        </p:nvSpPr>
        <p:spPr>
          <a:xfrm>
            <a:off x="1672100" y="3967300"/>
            <a:ext cx="580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 by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infographics &amp; images by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8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8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8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8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8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8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9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9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9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9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9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36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0"/>
          <p:cNvSpPr/>
          <p:nvPr/>
        </p:nvSpPr>
        <p:spPr>
          <a:xfrm rot="813319">
            <a:off x="-1121291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0"/>
          <p:cNvSpPr/>
          <p:nvPr/>
        </p:nvSpPr>
        <p:spPr>
          <a:xfrm flipH="1" rot="-649785">
            <a:off x="6971064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1620973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 rot="8823147">
            <a:off x="-2081090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 rot="-8100000">
            <a:off x="7300672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 rot="649785">
            <a:off x="1211739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 rot="2128845">
            <a:off x="3591964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 rot="-9555807">
            <a:off x="-5772621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1"/>
          <p:cNvSpPr/>
          <p:nvPr/>
        </p:nvSpPr>
        <p:spPr>
          <a:xfrm flipH="1" rot="-7405535">
            <a:off x="-3234670" y="-39524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1"/>
          <p:cNvSpPr/>
          <p:nvPr/>
        </p:nvSpPr>
        <p:spPr>
          <a:xfrm rot="10800000">
            <a:off x="-4386762" y="8860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1"/>
          <p:cNvSpPr/>
          <p:nvPr/>
        </p:nvSpPr>
        <p:spPr>
          <a:xfrm rot="-6847906">
            <a:off x="-4259206" y="21931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1"/>
          <p:cNvSpPr/>
          <p:nvPr/>
        </p:nvSpPr>
        <p:spPr>
          <a:xfrm flipH="1" rot="10150240">
            <a:off x="-3503869" y="42618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1"/>
          <p:cNvSpPr/>
          <p:nvPr/>
        </p:nvSpPr>
        <p:spPr>
          <a:xfrm rot="-9986681">
            <a:off x="4621400" y="24241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1"/>
          <p:cNvSpPr/>
          <p:nvPr/>
        </p:nvSpPr>
        <p:spPr>
          <a:xfrm rot="514397">
            <a:off x="5775901" y="-34857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1"/>
          <p:cNvSpPr/>
          <p:nvPr/>
        </p:nvSpPr>
        <p:spPr>
          <a:xfrm rot="3373645">
            <a:off x="6277252" y="10282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so-hub.com/en/buffs-debuff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so-hub.com/en/status-effects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34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11" Type="http://schemas.openxmlformats.org/officeDocument/2006/relationships/image" Target="../media/image1.png"/><Relationship Id="rId10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top-eso-builds.netlify.app/tools/subclass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Relationship Id="rId20" Type="http://schemas.openxmlformats.org/officeDocument/2006/relationships/image" Target="../media/image26.png"/><Relationship Id="rId22" Type="http://schemas.openxmlformats.org/officeDocument/2006/relationships/image" Target="../media/image29.png"/><Relationship Id="rId21" Type="http://schemas.openxmlformats.org/officeDocument/2006/relationships/image" Target="../media/image32.png"/><Relationship Id="rId24" Type="http://schemas.openxmlformats.org/officeDocument/2006/relationships/image" Target="../media/image15.png"/><Relationship Id="rId23" Type="http://schemas.openxmlformats.org/officeDocument/2006/relationships/image" Target="../media/image30.png"/><Relationship Id="rId11" Type="http://schemas.openxmlformats.org/officeDocument/2006/relationships/image" Target="../media/image4.png"/><Relationship Id="rId10" Type="http://schemas.openxmlformats.org/officeDocument/2006/relationships/image" Target="../media/image21.png"/><Relationship Id="rId13" Type="http://schemas.openxmlformats.org/officeDocument/2006/relationships/image" Target="../media/image17.png"/><Relationship Id="rId12" Type="http://schemas.openxmlformats.org/officeDocument/2006/relationships/image" Target="../media/image14.png"/><Relationship Id="rId15" Type="http://schemas.openxmlformats.org/officeDocument/2006/relationships/image" Target="../media/image22.png"/><Relationship Id="rId14" Type="http://schemas.openxmlformats.org/officeDocument/2006/relationships/image" Target="../media/image24.png"/><Relationship Id="rId17" Type="http://schemas.openxmlformats.org/officeDocument/2006/relationships/image" Target="../media/image9.png"/><Relationship Id="rId16" Type="http://schemas.openxmlformats.org/officeDocument/2006/relationships/image" Target="../media/image27.png"/><Relationship Id="rId19" Type="http://schemas.openxmlformats.org/officeDocument/2006/relationships/image" Target="../media/image23.png"/><Relationship Id="rId1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sheumais/logs" TargetMode="External"/><Relationship Id="rId4" Type="http://schemas.openxmlformats.org/officeDocument/2006/relationships/hyperlink" Target="https://sheumais.github.io/elmseditor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"/>
          <p:cNvSpPr txBox="1"/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Kulim Park"/>
                <a:ea typeface="Kulim Park"/>
                <a:cs typeface="Kulim Park"/>
                <a:sym typeface="Kulim Park"/>
              </a:rPr>
              <a:t>HOW TO HEAL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HEALING </a:t>
            </a:r>
            <a:r>
              <a:rPr lang="en" sz="3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BASICS</a:t>
            </a:r>
            <a:endParaRPr sz="36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43" name="Google Shape;543;p52"/>
          <p:cNvSpPr txBox="1"/>
          <p:nvPr>
            <p:ph idx="1" type="subTitle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Berry Bellbell (AKA RatGirl)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CONTENTS</a:t>
            </a:r>
            <a:r>
              <a:rPr lang="en"/>
              <a:t> OF THIS PRESENTATION</a:t>
            </a:r>
            <a:endParaRPr/>
          </a:p>
        </p:txBody>
      </p:sp>
      <p:graphicFrame>
        <p:nvGraphicFramePr>
          <p:cNvPr id="549" name="Google Shape;549;p53"/>
          <p:cNvGraphicFramePr/>
          <p:nvPr/>
        </p:nvGraphicFramePr>
        <p:xfrm>
          <a:off x="832766" y="1157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{8A4D72CF-2EA8-469B-BE69-0E6E66A8E535}</a:tableStyleId>
              </a:tblPr>
              <a:tblGrid>
                <a:gridCol w="1952650"/>
                <a:gridCol w="5764900"/>
              </a:tblGrid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Gear Sets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Commonly used gear sets and combos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Traits and Enchants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Traits and Enchants and why certain combos matter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Champion Points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Blue and Red CP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Buffs and Debuffs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What buffs are important and how to apply them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Applying Status Effects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Where do status effects come from and why are they important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Basic Bar Setups 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Base Bar setups so you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don't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have to relearn across different subclassing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Subclassing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Common Subclasses and the skills they use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General Rotations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How do healer rotations work?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Common Addons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Addons to use in content and what they do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Misconceived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 skills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How do the skills target? How many people do they hit?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Reading Logs for Healing</a:t>
                      </a:r>
                      <a:endParaRPr b="1" sz="11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What do you look at in logs to judge your progress? (HINT: NOT OVERHEALS)</a:t>
                      </a:r>
                      <a:endParaRPr sz="90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4"/>
          <p:cNvSpPr txBox="1"/>
          <p:nvPr>
            <p:ph idx="15" type="title"/>
          </p:nvPr>
        </p:nvSpPr>
        <p:spPr>
          <a:xfrm flipH="1">
            <a:off x="720000" y="7885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</a:t>
            </a:r>
            <a:r>
              <a:rPr lang="en">
                <a:solidFill>
                  <a:schemeClr val="lt1"/>
                </a:solidFill>
              </a:rPr>
              <a:t>GEAR</a:t>
            </a:r>
            <a:endParaRPr/>
          </a:p>
        </p:txBody>
      </p:sp>
      <p:sp>
        <p:nvSpPr>
          <p:cNvPr id="555" name="Google Shape;555;p54"/>
          <p:cNvSpPr/>
          <p:nvPr/>
        </p:nvSpPr>
        <p:spPr>
          <a:xfrm>
            <a:off x="719991" y="652243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4"/>
          <p:cNvSpPr/>
          <p:nvPr/>
        </p:nvSpPr>
        <p:spPr>
          <a:xfrm flipH="1">
            <a:off x="3934413" y="157950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4"/>
          <p:cNvSpPr/>
          <p:nvPr/>
        </p:nvSpPr>
        <p:spPr>
          <a:xfrm flipH="1">
            <a:off x="4545573" y="1551040"/>
            <a:ext cx="1162249" cy="1032817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8B5A34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4"/>
          <p:cNvSpPr/>
          <p:nvPr/>
        </p:nvSpPr>
        <p:spPr>
          <a:xfrm>
            <a:off x="495063" y="2199926"/>
            <a:ext cx="1095097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4"/>
          <p:cNvSpPr txBox="1"/>
          <p:nvPr>
            <p:ph type="title"/>
          </p:nvPr>
        </p:nvSpPr>
        <p:spPr>
          <a:xfrm>
            <a:off x="1637507" y="752838"/>
            <a:ext cx="1678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SLAYER SETS</a:t>
            </a:r>
            <a:endParaRPr/>
          </a:p>
        </p:txBody>
      </p:sp>
      <p:sp>
        <p:nvSpPr>
          <p:cNvPr id="560" name="Google Shape;560;p54"/>
          <p:cNvSpPr txBox="1"/>
          <p:nvPr>
            <p:ph idx="2" type="title"/>
          </p:nvPr>
        </p:nvSpPr>
        <p:spPr>
          <a:xfrm>
            <a:off x="777450" y="915025"/>
            <a:ext cx="812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1" name="Google Shape;561;p54"/>
          <p:cNvSpPr txBox="1"/>
          <p:nvPr>
            <p:ph idx="3" type="title"/>
          </p:nvPr>
        </p:nvSpPr>
        <p:spPr>
          <a:xfrm>
            <a:off x="1448950" y="2319617"/>
            <a:ext cx="15588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 SETS</a:t>
            </a:r>
            <a:endParaRPr/>
          </a:p>
        </p:txBody>
      </p:sp>
      <p:sp>
        <p:nvSpPr>
          <p:cNvPr id="562" name="Google Shape;562;p54"/>
          <p:cNvSpPr txBox="1"/>
          <p:nvPr>
            <p:ph idx="7" type="title"/>
          </p:nvPr>
        </p:nvSpPr>
        <p:spPr>
          <a:xfrm>
            <a:off x="5707825" y="1625400"/>
            <a:ext cx="20736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MONSTER SETS</a:t>
            </a:r>
            <a:endParaRPr/>
          </a:p>
        </p:txBody>
      </p:sp>
      <p:sp>
        <p:nvSpPr>
          <p:cNvPr id="563" name="Google Shape;563;p54"/>
          <p:cNvSpPr txBox="1"/>
          <p:nvPr>
            <p:ph idx="9" type="title"/>
          </p:nvPr>
        </p:nvSpPr>
        <p:spPr>
          <a:xfrm>
            <a:off x="619172" y="2394348"/>
            <a:ext cx="812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4" name="Google Shape;564;p54"/>
          <p:cNvSpPr txBox="1"/>
          <p:nvPr>
            <p:ph idx="5" type="title"/>
          </p:nvPr>
        </p:nvSpPr>
        <p:spPr>
          <a:xfrm>
            <a:off x="5343300" y="308368"/>
            <a:ext cx="24300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DEBUFF SETS</a:t>
            </a:r>
            <a:endParaRPr/>
          </a:p>
        </p:txBody>
      </p:sp>
      <p:sp>
        <p:nvSpPr>
          <p:cNvPr id="565" name="Google Shape;565;p54"/>
          <p:cNvSpPr txBox="1"/>
          <p:nvPr>
            <p:ph idx="13" type="title"/>
          </p:nvPr>
        </p:nvSpPr>
        <p:spPr>
          <a:xfrm>
            <a:off x="4344375" y="327614"/>
            <a:ext cx="812700" cy="5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66" name="Google Shape;566;p54"/>
          <p:cNvSpPr txBox="1"/>
          <p:nvPr>
            <p:ph idx="14" type="title"/>
          </p:nvPr>
        </p:nvSpPr>
        <p:spPr>
          <a:xfrm>
            <a:off x="4720350" y="1752409"/>
            <a:ext cx="812700" cy="5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7" name="Google Shape;567;p54"/>
          <p:cNvSpPr txBox="1"/>
          <p:nvPr>
            <p:ph idx="1" type="subTitle"/>
          </p:nvPr>
        </p:nvSpPr>
        <p:spPr>
          <a:xfrm>
            <a:off x="1758305" y="1131110"/>
            <a:ext cx="25461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605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(RO)Roaring Opportunist</a:t>
            </a:r>
            <a:endParaRPr/>
          </a:p>
          <a:p>
            <a:pPr indent="-14605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(MA) Master Architect</a:t>
            </a:r>
            <a:endParaRPr/>
          </a:p>
          <a:p>
            <a:pPr indent="-146050" lvl="0" marL="1143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(WM) War Machine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568" name="Google Shape;568;p54"/>
          <p:cNvSpPr txBox="1"/>
          <p:nvPr>
            <p:ph idx="4" type="subTitle"/>
          </p:nvPr>
        </p:nvSpPr>
        <p:spPr>
          <a:xfrm>
            <a:off x="1542564" y="2677860"/>
            <a:ext cx="2435100" cy="10617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(PP) Pillager’s Profit</a:t>
            </a:r>
            <a:endParaRPr/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(SPC) Spell Power Cure</a:t>
            </a:r>
            <a:endParaRPr/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(JO)Jorvulds</a:t>
            </a:r>
            <a:endParaRPr/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(PA) Powerful Assault</a:t>
            </a:r>
            <a:endParaRPr/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(CP)Combat Physician</a:t>
            </a:r>
            <a:endParaRPr>
              <a:solidFill>
                <a:srgbClr val="674EA7"/>
              </a:solidFill>
            </a:endParaRPr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(SAX)Saxhleel Champion</a:t>
            </a:r>
            <a:endParaRPr>
              <a:solidFill>
                <a:srgbClr val="674EA7"/>
              </a:solidFill>
            </a:endParaRPr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(Xoryn) Xoryn’s Masterpiece</a:t>
            </a:r>
            <a:endParaRPr>
              <a:solidFill>
                <a:srgbClr val="674EA7"/>
              </a:solidFill>
            </a:endParaRPr>
          </a:p>
          <a:p>
            <a:pPr indent="-146050" lvl="0" marL="57150" marR="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(Arkasis) Arkasis’s Genius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569" name="Google Shape;569;p54"/>
          <p:cNvSpPr txBox="1"/>
          <p:nvPr>
            <p:ph idx="6" type="subTitle"/>
          </p:nvPr>
        </p:nvSpPr>
        <p:spPr>
          <a:xfrm>
            <a:off x="5157075" y="670200"/>
            <a:ext cx="25461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6050" lvl="0" marL="17145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(MK) Martial Knowledge</a:t>
            </a:r>
            <a:endParaRPr>
              <a:solidFill>
                <a:srgbClr val="674EA7"/>
              </a:solidFill>
            </a:endParaRPr>
          </a:p>
          <a:p>
            <a:pPr indent="-146050" lvl="0" marL="17145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>
                <a:solidFill>
                  <a:srgbClr val="674EA7"/>
                </a:solidFill>
              </a:rPr>
              <a:t>(Zen)Zen’s Redress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570" name="Google Shape;570;p54"/>
          <p:cNvSpPr txBox="1"/>
          <p:nvPr>
            <p:ph idx="4294967295" type="subTitle"/>
          </p:nvPr>
        </p:nvSpPr>
        <p:spPr>
          <a:xfrm>
            <a:off x="5780100" y="1954917"/>
            <a:ext cx="3055200" cy="16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(OZ) Ozezan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(Symp/SoB) Symphony of Blades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(TB)The Blind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(Naz) Nazaray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(AD) Archdruid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 sz="1400">
                <a:solidFill>
                  <a:srgbClr val="674EA7"/>
                </a:solidFill>
              </a:rPr>
              <a:t>(TK) Troll King</a:t>
            </a:r>
            <a:endParaRPr sz="1400">
              <a:solidFill>
                <a:srgbClr val="674EA7"/>
              </a:solidFill>
            </a:endParaRPr>
          </a:p>
        </p:txBody>
      </p:sp>
      <p:sp>
        <p:nvSpPr>
          <p:cNvPr id="571" name="Google Shape;571;p54"/>
          <p:cNvSpPr/>
          <p:nvPr/>
        </p:nvSpPr>
        <p:spPr>
          <a:xfrm rot="-3017386">
            <a:off x="4142857" y="3126054"/>
            <a:ext cx="1350868" cy="973168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4"/>
          <p:cNvSpPr txBox="1"/>
          <p:nvPr>
            <p:ph idx="14" type="title"/>
          </p:nvPr>
        </p:nvSpPr>
        <p:spPr>
          <a:xfrm>
            <a:off x="4438359" y="3491343"/>
            <a:ext cx="812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73" name="Google Shape;573;p54"/>
          <p:cNvSpPr txBox="1"/>
          <p:nvPr>
            <p:ph idx="5" type="title"/>
          </p:nvPr>
        </p:nvSpPr>
        <p:spPr>
          <a:xfrm>
            <a:off x="5285250" y="3386550"/>
            <a:ext cx="19011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SETS</a:t>
            </a:r>
            <a:endParaRPr/>
          </a:p>
        </p:txBody>
      </p:sp>
      <p:sp>
        <p:nvSpPr>
          <p:cNvPr id="574" name="Google Shape;574;p54"/>
          <p:cNvSpPr txBox="1"/>
          <p:nvPr>
            <p:ph idx="4294967295" type="subTitle"/>
          </p:nvPr>
        </p:nvSpPr>
        <p:spPr>
          <a:xfrm>
            <a:off x="5227200" y="3752850"/>
            <a:ext cx="25461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Trainee (Chest)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(Pearls) Pearls of Ehlnofey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Master’s Resto</a:t>
            </a:r>
            <a:endParaRPr sz="1400"/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 sz="1400">
                <a:solidFill>
                  <a:srgbClr val="674EA7"/>
                </a:solidFill>
              </a:rPr>
              <a:t>Black Rose Prison Resto</a:t>
            </a:r>
            <a:endParaRPr sz="1400">
              <a:solidFill>
                <a:srgbClr val="674EA7"/>
              </a:solidFill>
            </a:endParaRPr>
          </a:p>
          <a:p>
            <a:pPr indent="-203200" lvl="0" marL="1143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Char char="-"/>
            </a:pPr>
            <a:r>
              <a:rPr lang="en" sz="1400">
                <a:solidFill>
                  <a:srgbClr val="674EA7"/>
                </a:solidFill>
              </a:rPr>
              <a:t>Spaulder</a:t>
            </a:r>
            <a:endParaRPr sz="1400">
              <a:solidFill>
                <a:srgbClr val="674EA7"/>
              </a:solidFill>
            </a:endParaRPr>
          </a:p>
        </p:txBody>
      </p:sp>
      <p:sp>
        <p:nvSpPr>
          <p:cNvPr id="575" name="Google Shape;575;p54"/>
          <p:cNvSpPr/>
          <p:nvPr/>
        </p:nvSpPr>
        <p:spPr>
          <a:xfrm>
            <a:off x="1637500" y="1237925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6" name="Google Shape;576;p54"/>
          <p:cNvSpPr/>
          <p:nvPr/>
        </p:nvSpPr>
        <p:spPr>
          <a:xfrm>
            <a:off x="1371575" y="3432582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7" name="Google Shape;577;p54"/>
          <p:cNvSpPr/>
          <p:nvPr/>
        </p:nvSpPr>
        <p:spPr>
          <a:xfrm>
            <a:off x="1371563" y="3007493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54"/>
          <p:cNvSpPr/>
          <p:nvPr/>
        </p:nvSpPr>
        <p:spPr>
          <a:xfrm>
            <a:off x="5542113" y="1760953"/>
            <a:ext cx="228900" cy="236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9" name="Google Shape;579;p54"/>
          <p:cNvSpPr/>
          <p:nvPr/>
        </p:nvSpPr>
        <p:spPr>
          <a:xfrm>
            <a:off x="5041193" y="4074311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0" name="Google Shape;580;p54"/>
          <p:cNvSpPr/>
          <p:nvPr/>
        </p:nvSpPr>
        <p:spPr>
          <a:xfrm>
            <a:off x="5041193" y="4284743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1" name="Google Shape;581;p54"/>
          <p:cNvSpPr/>
          <p:nvPr/>
        </p:nvSpPr>
        <p:spPr>
          <a:xfrm>
            <a:off x="5041193" y="4495194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2" name="Google Shape;582;p54"/>
          <p:cNvSpPr/>
          <p:nvPr/>
        </p:nvSpPr>
        <p:spPr>
          <a:xfrm>
            <a:off x="1637493" y="1667638"/>
            <a:ext cx="171000" cy="1848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3" name="Google Shape;583;p54"/>
          <p:cNvSpPr/>
          <p:nvPr/>
        </p:nvSpPr>
        <p:spPr>
          <a:xfrm>
            <a:off x="1637493" y="1435786"/>
            <a:ext cx="171000" cy="1848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4" name="Google Shape;584;p54"/>
          <p:cNvSpPr/>
          <p:nvPr/>
        </p:nvSpPr>
        <p:spPr>
          <a:xfrm>
            <a:off x="1371568" y="2807775"/>
            <a:ext cx="171000" cy="1848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5" name="Google Shape;585;p54"/>
          <p:cNvSpPr/>
          <p:nvPr/>
        </p:nvSpPr>
        <p:spPr>
          <a:xfrm>
            <a:off x="1371568" y="3864164"/>
            <a:ext cx="171000" cy="1848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6" name="Google Shape;586;p54"/>
          <p:cNvSpPr/>
          <p:nvPr/>
        </p:nvSpPr>
        <p:spPr>
          <a:xfrm>
            <a:off x="1371573" y="3648365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7" name="Google Shape;587;p54"/>
          <p:cNvSpPr/>
          <p:nvPr/>
        </p:nvSpPr>
        <p:spPr>
          <a:xfrm>
            <a:off x="5615599" y="2696699"/>
            <a:ext cx="171000" cy="1848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8" name="Google Shape;588;p54"/>
          <p:cNvSpPr txBox="1"/>
          <p:nvPr>
            <p:ph type="title"/>
          </p:nvPr>
        </p:nvSpPr>
        <p:spPr>
          <a:xfrm>
            <a:off x="-173300" y="4295775"/>
            <a:ext cx="2340300" cy="77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KEY:</a:t>
            </a:r>
            <a:endParaRPr sz="1200"/>
          </a:p>
          <a:p>
            <a:pPr indent="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74EA7"/>
                </a:solidFill>
              </a:rPr>
              <a:t>- </a:t>
            </a:r>
            <a:r>
              <a:rPr lang="en" sz="1200">
                <a:solidFill>
                  <a:srgbClr val="674EA7"/>
                </a:solidFill>
              </a:rPr>
              <a:t>Not used often</a:t>
            </a:r>
            <a:br>
              <a:rPr lang="en" sz="1200">
                <a:solidFill>
                  <a:schemeClr val="lt1"/>
                </a:solidFill>
              </a:rPr>
            </a:br>
            <a:r>
              <a:rPr lang="en" sz="1200">
                <a:solidFill>
                  <a:schemeClr val="lt1"/>
                </a:solidFill>
              </a:rPr>
              <a:t>	Active cast </a:t>
            </a:r>
            <a:endParaRPr sz="12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</a:rPr>
              <a:t>Ultimate cast</a:t>
            </a:r>
            <a:endParaRPr sz="1200">
              <a:solidFill>
                <a:srgbClr val="38761D"/>
              </a:solidFill>
            </a:endParaRPr>
          </a:p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Passive</a:t>
            </a:r>
            <a:r>
              <a:rPr lang="en" sz="1200">
                <a:solidFill>
                  <a:srgbClr val="38761D"/>
                </a:solidFill>
              </a:rPr>
              <a:t> </a:t>
            </a:r>
            <a:endParaRPr sz="1200">
              <a:solidFill>
                <a:srgbClr val="38761D"/>
              </a:solidFill>
            </a:endParaRPr>
          </a:p>
        </p:txBody>
      </p:sp>
      <p:sp>
        <p:nvSpPr>
          <p:cNvPr id="589" name="Google Shape;589;p54"/>
          <p:cNvSpPr/>
          <p:nvPr/>
        </p:nvSpPr>
        <p:spPr>
          <a:xfrm>
            <a:off x="70692" y="4617628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0" name="Google Shape;590;p54"/>
          <p:cNvSpPr/>
          <p:nvPr/>
        </p:nvSpPr>
        <p:spPr>
          <a:xfrm>
            <a:off x="70698" y="4803686"/>
            <a:ext cx="228900" cy="1425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1" name="Google Shape;591;p54"/>
          <p:cNvSpPr/>
          <p:nvPr/>
        </p:nvSpPr>
        <p:spPr>
          <a:xfrm>
            <a:off x="5104988" y="437975"/>
            <a:ext cx="228900" cy="2367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2" name="Google Shape;592;p54"/>
          <p:cNvSpPr/>
          <p:nvPr/>
        </p:nvSpPr>
        <p:spPr>
          <a:xfrm>
            <a:off x="70698" y="4989736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3" name="Google Shape;593;p54"/>
          <p:cNvSpPr/>
          <p:nvPr/>
        </p:nvSpPr>
        <p:spPr>
          <a:xfrm>
            <a:off x="1371568" y="4071839"/>
            <a:ext cx="171000" cy="1848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4" name="Google Shape;594;p54"/>
          <p:cNvSpPr/>
          <p:nvPr/>
        </p:nvSpPr>
        <p:spPr>
          <a:xfrm>
            <a:off x="1371568" y="3220027"/>
            <a:ext cx="171000" cy="1848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5" name="Google Shape;595;p54"/>
          <p:cNvSpPr/>
          <p:nvPr/>
        </p:nvSpPr>
        <p:spPr>
          <a:xfrm>
            <a:off x="5041193" y="3872401"/>
            <a:ext cx="171000" cy="1848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6" name="Google Shape;596;p54"/>
          <p:cNvSpPr/>
          <p:nvPr/>
        </p:nvSpPr>
        <p:spPr>
          <a:xfrm>
            <a:off x="5041193" y="4714988"/>
            <a:ext cx="171000" cy="1848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7" name="Google Shape;597;p54"/>
          <p:cNvSpPr/>
          <p:nvPr/>
        </p:nvSpPr>
        <p:spPr>
          <a:xfrm>
            <a:off x="1371573" y="4275034"/>
            <a:ext cx="171000" cy="184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5"/>
          <p:cNvSpPr/>
          <p:nvPr/>
        </p:nvSpPr>
        <p:spPr>
          <a:xfrm>
            <a:off x="-548627" y="4196825"/>
            <a:ext cx="2579914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FFE0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5"/>
          <p:cNvSpPr/>
          <p:nvPr/>
        </p:nvSpPr>
        <p:spPr>
          <a:xfrm rot="-187812">
            <a:off x="-398079" y="-2359395"/>
            <a:ext cx="6402119" cy="568916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5"/>
          <p:cNvSpPr txBox="1"/>
          <p:nvPr/>
        </p:nvSpPr>
        <p:spPr>
          <a:xfrm>
            <a:off x="6166050" y="1921850"/>
            <a:ext cx="2978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EXAMPLES:</a:t>
            </a:r>
            <a:endParaRPr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RO/JO/OZ/Masters resto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Body JO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Destro and jewels RO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SPC/PP/Symp/Trainee/Pearls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Chest Trainee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 piece armor+resto SPC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 piece armor+ rings+backbar PP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MA/PA/AD/Trainee/Pearls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Chest Trainee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 piece armor MA+Destro or resto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○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Pants+ rings+resto or  backbar PA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301367" y="2403621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6" name="Google Shape;606;p55"/>
          <p:cNvSpPr/>
          <p:nvPr/>
        </p:nvSpPr>
        <p:spPr>
          <a:xfrm>
            <a:off x="301367" y="3642705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7" name="Google Shape;607;p55"/>
          <p:cNvSpPr/>
          <p:nvPr/>
        </p:nvSpPr>
        <p:spPr>
          <a:xfrm>
            <a:off x="301373" y="3391063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301373" y="2667686"/>
            <a:ext cx="228900" cy="1425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9" name="Google Shape;609;p55"/>
          <p:cNvSpPr/>
          <p:nvPr/>
        </p:nvSpPr>
        <p:spPr>
          <a:xfrm>
            <a:off x="301367" y="3883280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0" name="Google Shape;610;p55"/>
          <p:cNvSpPr/>
          <p:nvPr/>
        </p:nvSpPr>
        <p:spPr>
          <a:xfrm>
            <a:off x="301367" y="3150479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1" name="Google Shape;611;p55"/>
          <p:cNvSpPr/>
          <p:nvPr/>
        </p:nvSpPr>
        <p:spPr>
          <a:xfrm>
            <a:off x="301367" y="1921853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2" name="Google Shape;612;p55"/>
          <p:cNvSpPr/>
          <p:nvPr/>
        </p:nvSpPr>
        <p:spPr>
          <a:xfrm>
            <a:off x="6788823" y="2403629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3" name="Google Shape;613;p55"/>
          <p:cNvSpPr/>
          <p:nvPr/>
        </p:nvSpPr>
        <p:spPr>
          <a:xfrm>
            <a:off x="6788817" y="2621571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4" name="Google Shape;614;p55"/>
          <p:cNvSpPr/>
          <p:nvPr/>
        </p:nvSpPr>
        <p:spPr>
          <a:xfrm>
            <a:off x="301373" y="2162748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6788823" y="2954273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6788817" y="3158895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7" name="Google Shape;617;p55"/>
          <p:cNvSpPr/>
          <p:nvPr/>
        </p:nvSpPr>
        <p:spPr>
          <a:xfrm>
            <a:off x="6788823" y="3363533"/>
            <a:ext cx="228900" cy="1425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6788823" y="3914180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9" name="Google Shape;619;p55"/>
          <p:cNvSpPr/>
          <p:nvPr/>
        </p:nvSpPr>
        <p:spPr>
          <a:xfrm>
            <a:off x="-58654" y="676475"/>
            <a:ext cx="5174689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5"/>
          <p:cNvSpPr/>
          <p:nvPr/>
        </p:nvSpPr>
        <p:spPr>
          <a:xfrm>
            <a:off x="6788823" y="4105483"/>
            <a:ext cx="228900" cy="1425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6788817" y="4296770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2" name="Google Shape;622;p55"/>
          <p:cNvSpPr txBox="1"/>
          <p:nvPr/>
        </p:nvSpPr>
        <p:spPr>
          <a:xfrm>
            <a:off x="53101" y="4396600"/>
            <a:ext cx="23403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14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Kulim Park"/>
                <a:ea typeface="Kulim Park"/>
                <a:cs typeface="Kulim Park"/>
                <a:sym typeface="Kulim Park"/>
              </a:rPr>
              <a:t>KEY:</a:t>
            </a:r>
            <a:br>
              <a:rPr lang="en" sz="1200">
                <a:solidFill>
                  <a:srgbClr val="664A34"/>
                </a:solidFill>
                <a:latin typeface="Kulim Park"/>
                <a:ea typeface="Kulim Park"/>
                <a:cs typeface="Kulim Park"/>
                <a:sym typeface="Kulim Park"/>
              </a:rPr>
            </a:br>
            <a:r>
              <a:rPr lang="en" sz="1200">
                <a:solidFill>
                  <a:srgbClr val="664A34"/>
                </a:solidFill>
                <a:latin typeface="Kulim Park"/>
                <a:ea typeface="Kulim Park"/>
                <a:cs typeface="Kulim Park"/>
                <a:sym typeface="Kulim Park"/>
              </a:rPr>
              <a:t>	Active cast </a:t>
            </a:r>
            <a:endParaRPr sz="1200">
              <a:solidFill>
                <a:srgbClr val="664A34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Kulim Park"/>
                <a:ea typeface="Kulim Park"/>
                <a:cs typeface="Kulim Park"/>
                <a:sym typeface="Kulim Park"/>
              </a:rPr>
              <a:t>Ultimate cast</a:t>
            </a:r>
            <a:endParaRPr sz="1200">
              <a:solidFill>
                <a:srgbClr val="38761D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Kulim Park"/>
                <a:ea typeface="Kulim Park"/>
                <a:cs typeface="Kulim Park"/>
                <a:sym typeface="Kulim Park"/>
              </a:rPr>
              <a:t>Passive</a:t>
            </a:r>
            <a:r>
              <a:rPr lang="en" sz="1200">
                <a:solidFill>
                  <a:srgbClr val="38761D"/>
                </a:solidFill>
                <a:latin typeface="Kulim Park"/>
                <a:ea typeface="Kulim Park"/>
                <a:cs typeface="Kulim Park"/>
                <a:sym typeface="Kulim Park"/>
              </a:rPr>
              <a:t> </a:t>
            </a:r>
            <a:endParaRPr sz="1200">
              <a:solidFill>
                <a:srgbClr val="38761D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623" name="Google Shape;623;p55"/>
          <p:cNvSpPr/>
          <p:nvPr/>
        </p:nvSpPr>
        <p:spPr>
          <a:xfrm>
            <a:off x="301367" y="4512105"/>
            <a:ext cx="228900" cy="142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4" name="Google Shape;624;p55"/>
          <p:cNvSpPr/>
          <p:nvPr/>
        </p:nvSpPr>
        <p:spPr>
          <a:xfrm>
            <a:off x="301373" y="4716290"/>
            <a:ext cx="228900" cy="142500"/>
          </a:xfrm>
          <a:prstGeom prst="diamond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5" name="Google Shape;625;p55"/>
          <p:cNvSpPr/>
          <p:nvPr/>
        </p:nvSpPr>
        <p:spPr>
          <a:xfrm>
            <a:off x="301373" y="4911915"/>
            <a:ext cx="228900" cy="142500"/>
          </a:xfrm>
          <a:prstGeom prst="diamond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6" name="Google Shape;626;p55"/>
          <p:cNvSpPr txBox="1"/>
          <p:nvPr>
            <p:ph idx="1" type="body"/>
          </p:nvPr>
        </p:nvSpPr>
        <p:spPr>
          <a:xfrm>
            <a:off x="348650" y="832050"/>
            <a:ext cx="5174700" cy="3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/>
              <a:t>Usually Healer gear is split into </a:t>
            </a:r>
            <a:endParaRPr b="1"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Slayer+Buff+Monster+Other(s)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Buff(Ulti)+Buff(Active)+Monster+Other(s)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A general setup includes:</a:t>
            </a:r>
            <a:endParaRPr b="1"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 Monster Set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Trainee chest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3 piece armor+resto (active set-unless medium)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1 piece armor+backbar weapon+jewelry (ulti proc set)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OR</a:t>
            </a:r>
            <a:endParaRPr b="1" sz="17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Monster Set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5 piece armor (passive set)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Jewelry+Backbar weapon (active set)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Front Bar</a:t>
            </a:r>
            <a:r>
              <a:rPr lang="en"/>
              <a:t> Arena Staff</a:t>
            </a:r>
            <a:endParaRPr/>
          </a:p>
        </p:txBody>
      </p:sp>
      <p:sp>
        <p:nvSpPr>
          <p:cNvPr id="627" name="Google Shape;627;p55"/>
          <p:cNvSpPr txBox="1"/>
          <p:nvPr>
            <p:ph type="title"/>
          </p:nvPr>
        </p:nvSpPr>
        <p:spPr>
          <a:xfrm>
            <a:off x="651250" y="89000"/>
            <a:ext cx="4098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GEAR COMBINATIONS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6"/>
          <p:cNvSpPr txBox="1"/>
          <p:nvPr>
            <p:ph type="title"/>
          </p:nvPr>
        </p:nvSpPr>
        <p:spPr>
          <a:xfrm flipH="1">
            <a:off x="3287750" y="134400"/>
            <a:ext cx="58086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Gear Weights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633" name="Google Shape;633;p56"/>
          <p:cNvGraphicFramePr/>
          <p:nvPr/>
        </p:nvGraphicFramePr>
        <p:xfrm>
          <a:off x="775969" y="792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{27B652A6-1F64-4DFA-B455-F4D2919623B3}</a:tableStyleId>
              </a:tblPr>
              <a:tblGrid>
                <a:gridCol w="2697350"/>
                <a:gridCol w="2674025"/>
                <a:gridCol w="2516575"/>
              </a:tblGrid>
              <a:tr h="42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Light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Medium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Heavy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14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 Piece: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1% Reduce Damage from magical attacks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3% Reduce Cost of roll dodge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5% Reduce cost of Break Free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3% Reduce cost of Sprint 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4% Mag Recov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Mag Cost reduction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726 Spell Resistance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 Piece: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Reduce Aoe damage after roll dodge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3% Reduce Cost of Block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4 % Reduce Cost of Roll dodge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Critical Healing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4% Stam Recov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Stam Cost Reduction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weapon and spell damage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 Piece: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Reduce damage from martial attacks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1% block mitigation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343 Physical and spell resistance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108 mag and stam restore when damage taken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2% max health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4% recovery of resources w/ heavy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p56"/>
          <p:cNvSpPr txBox="1"/>
          <p:nvPr/>
        </p:nvSpPr>
        <p:spPr>
          <a:xfrm>
            <a:off x="757700" y="4126750"/>
            <a:ext cx="7924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Other Passives: Undaunted: 2% max mag, stam, health per type of armor equipped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common setups:5/1/1, 6/1/0, 7/0/0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7"/>
          <p:cNvSpPr txBox="1"/>
          <p:nvPr>
            <p:ph type="title"/>
          </p:nvPr>
        </p:nvSpPr>
        <p:spPr>
          <a:xfrm flipH="1">
            <a:off x="3280275" y="318075"/>
            <a:ext cx="58086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TRAIT &amp; ENCHANTS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640" name="Google Shape;640;p57"/>
          <p:cNvGraphicFramePr/>
          <p:nvPr/>
        </p:nvGraphicFramePr>
        <p:xfrm>
          <a:off x="230244" y="1181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{27B652A6-1F64-4DFA-B455-F4D2919623B3}</a:tableStyleId>
              </a:tblPr>
              <a:tblGrid>
                <a:gridCol w="1323150"/>
                <a:gridCol w="2906375"/>
                <a:gridCol w="1626975"/>
                <a:gridCol w="2741575"/>
              </a:tblGrid>
              <a:tr h="42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ARMOR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JEWELS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RESTO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DESTRO/DAGGERS</a:t>
                      </a:r>
                      <a:endParaRPr b="1" sz="2000">
                        <a:solidFill>
                          <a:schemeClr val="lt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539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TRAITS</a:t>
                      </a:r>
                      <a:endParaRPr sz="2000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914750">
                <a:tc>
                  <a:txBody>
                    <a:bodyPr/>
                    <a:lstStyle/>
                    <a:p>
                      <a:pPr indent="-3175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Divines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292100" lvl="0" marL="3429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Barlow"/>
                        <a:buChar char="●"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Reinforced (sometimes)</a:t>
                      </a:r>
                      <a:endParaRPr b="1" sz="10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Infused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Swift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Bloodthirsty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Arcane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Decisive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Powered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Infused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Infused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Charged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Barlow"/>
                        <a:buChar char="●"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Nirnhoned (sometimes)</a:t>
                      </a:r>
                      <a:endParaRPr b="1" sz="10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144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ENCHANTS</a:t>
                      </a:r>
                      <a:endParaRPr sz="2000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144175">
                <a:tc>
                  <a:txBody>
                    <a:bodyPr/>
                    <a:lstStyle/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Max Mag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2921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Barlow"/>
                        <a:buChar char="●"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Max Health (sometimes)</a:t>
                      </a:r>
                      <a:endParaRPr b="1" sz="10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 or 3 infused reduce potion cost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Reduce spell cost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Mag Recovery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Barlow"/>
                        <a:buChar char="●"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Spell damage (sometimes)</a:t>
                      </a:r>
                      <a:endParaRPr b="1" sz="100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Berserker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Absorb Mag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000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Weakening if not backbar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Weakening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Crusher(MUST BE INFUSED)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Char char="●"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(daggers-Poison/fire)</a:t>
                      </a:r>
                      <a:endParaRPr b="1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68575" marB="6857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8"/>
          <p:cNvSpPr txBox="1"/>
          <p:nvPr>
            <p:ph type="title"/>
          </p:nvPr>
        </p:nvSpPr>
        <p:spPr>
          <a:xfrm flipH="1">
            <a:off x="121900" y="0"/>
            <a:ext cx="8662200" cy="5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WHY 1 OR 3 Reduced Infused Potion cost? (or none)</a:t>
            </a:r>
            <a:endParaRPr sz="2600"/>
          </a:p>
        </p:txBody>
      </p:sp>
      <p:graphicFrame>
        <p:nvGraphicFramePr>
          <p:cNvPr id="646" name="Google Shape;646;p58"/>
          <p:cNvGraphicFramePr/>
          <p:nvPr/>
        </p:nvGraphicFramePr>
        <p:xfrm>
          <a:off x="424275" y="598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{8A4D72CF-2EA8-469B-BE69-0E6E66A8E535}</a:tableStyleId>
              </a:tblPr>
              <a:tblGrid>
                <a:gridCol w="1646575"/>
                <a:gridCol w="1149975"/>
                <a:gridCol w="961350"/>
                <a:gridCol w="1252650"/>
                <a:gridCol w="1252650"/>
              </a:tblGrid>
              <a:tr h="87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Trait/Enchant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solidFill>
                      <a:srgbClr val="FFE0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Potion Cooldown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solidFill>
                      <a:srgbClr val="FFE0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Potion Ultigen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solidFill>
                      <a:srgbClr val="FFE0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%Difference Ultigen [from none]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solidFill>
                      <a:srgbClr val="FFE0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Direct +Mag Change from Potion </a:t>
                      </a:r>
                      <a:endParaRPr sz="12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>
                    <a:solidFill>
                      <a:srgbClr val="FFE0C1"/>
                    </a:solidFill>
                  </a:tcPr>
                </a:tc>
              </a:tr>
              <a:tr h="33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No Reduce Potion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45(s)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0.49 (ulti/s)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N/A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+168 (mag/s)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 Reduce Potion (RP)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40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0.55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12.5%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190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28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 Infused RP (iRP)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37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0.59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21.6%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205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 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35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0.63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28.6%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217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1RP, 1iRP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32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0.69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40.6%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237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30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0.73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50.0%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253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2iRP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29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0.76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55.2%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261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2RP, 1iRP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27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0.81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66.7%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281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1RP, 2iRP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24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0.92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87.5%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316</a:t>
                      </a:r>
                      <a:endParaRPr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  <a:tr h="3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3iRP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21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1.05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114.3%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361</a:t>
                      </a:r>
                      <a:endParaRPr b="1" sz="1000"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91425" marB="91425" marR="91425" marL="91425">
                    <a:solidFill>
                      <a:srgbClr val="FFF2E5"/>
                    </a:solidFill>
                  </a:tcPr>
                </a:tc>
              </a:tr>
            </a:tbl>
          </a:graphicData>
        </a:graphic>
      </p:graphicFrame>
      <p:sp>
        <p:nvSpPr>
          <p:cNvPr id="647" name="Google Shape;647;p58"/>
          <p:cNvSpPr txBox="1"/>
          <p:nvPr/>
        </p:nvSpPr>
        <p:spPr>
          <a:xfrm>
            <a:off x="6750850" y="785000"/>
            <a:ext cx="23325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Relative mag change per infused reduce spell cost:</a:t>
            </a:r>
            <a:endParaRPr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324.8 mag/skill -(% cost reduction from armor)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Relative mag change per infused mag recovery: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Char char="●"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135.2 mag/s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9"/>
          <p:cNvSpPr/>
          <p:nvPr/>
        </p:nvSpPr>
        <p:spPr>
          <a:xfrm>
            <a:off x="-222150" y="812824"/>
            <a:ext cx="4887643" cy="322804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9"/>
          <p:cNvSpPr/>
          <p:nvPr/>
        </p:nvSpPr>
        <p:spPr>
          <a:xfrm>
            <a:off x="-1067700" y="3763675"/>
            <a:ext cx="10638093" cy="3015898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9"/>
          <p:cNvSpPr/>
          <p:nvPr/>
        </p:nvSpPr>
        <p:spPr>
          <a:xfrm rot="10640698">
            <a:off x="4649050" y="655870"/>
            <a:ext cx="4618350" cy="375755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F3D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9"/>
          <p:cNvSpPr txBox="1"/>
          <p:nvPr>
            <p:ph type="title"/>
          </p:nvPr>
        </p:nvSpPr>
        <p:spPr>
          <a:xfrm>
            <a:off x="523825" y="-87475"/>
            <a:ext cx="77910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Champion Points/ Mundus</a:t>
            </a:r>
            <a:endParaRPr/>
          </a:p>
        </p:txBody>
      </p:sp>
      <p:sp>
        <p:nvSpPr>
          <p:cNvPr id="656" name="Google Shape;656;p59"/>
          <p:cNvSpPr txBox="1"/>
          <p:nvPr>
            <p:ph idx="1" type="body"/>
          </p:nvPr>
        </p:nvSpPr>
        <p:spPr>
          <a:xfrm>
            <a:off x="523825" y="995269"/>
            <a:ext cx="3740400" cy="23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3D85C6"/>
                </a:solidFill>
              </a:rPr>
              <a:t>Blue CP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Slot 1- must have one on each healer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(Enliv) Enlivening Overflow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(FtB) From the Brink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Slot 2- flex spot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Rejuvenator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Fighting finesse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Ftb or Enliv if solo healing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Focused mending- ss tombs(maybe)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Slot 3- Swift Renewal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Slot 4- Soothing Tide</a:t>
            </a:r>
            <a:endParaRPr/>
          </a:p>
        </p:txBody>
      </p:sp>
      <p:sp>
        <p:nvSpPr>
          <p:cNvPr id="657" name="Google Shape;657;p59"/>
          <p:cNvSpPr txBox="1"/>
          <p:nvPr/>
        </p:nvSpPr>
        <p:spPr>
          <a:xfrm>
            <a:off x="5620825" y="753200"/>
            <a:ext cx="3231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A61C00"/>
                </a:solidFill>
                <a:latin typeface="Manrope"/>
                <a:ea typeface="Manrope"/>
                <a:cs typeface="Manrope"/>
                <a:sym typeface="Manrope"/>
              </a:rPr>
              <a:t>Red</a:t>
            </a:r>
            <a:r>
              <a:rPr b="1" lang="en" sz="1600">
                <a:solidFill>
                  <a:srgbClr val="A61C00"/>
                </a:solidFill>
                <a:latin typeface="Manrope"/>
                <a:ea typeface="Manrope"/>
                <a:cs typeface="Manrope"/>
                <a:sym typeface="Manrope"/>
              </a:rPr>
              <a:t> CP (more personalized)</a:t>
            </a:r>
            <a:endParaRPr>
              <a:solidFill>
                <a:srgbClr val="A61C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Slot 1- Boundless Vitality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Slot 2- flex spot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Expert Evasion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Slippery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Rejuvenation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Celerity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Slot 3/4- flex spot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Rejuvenation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Shield Master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Bastion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Fortified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Pain’s refuge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etc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8" name="Google Shape;658;p59"/>
          <p:cNvSpPr txBox="1"/>
          <p:nvPr/>
        </p:nvSpPr>
        <p:spPr>
          <a:xfrm>
            <a:off x="4922175" y="4307250"/>
            <a:ext cx="38370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HEALERS SHOULD NOT BE SLOTTING SPIRIT MASTERY-THANKS</a:t>
            </a:r>
            <a:endParaRPr b="1" sz="1600"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9" name="Google Shape;659;p59"/>
          <p:cNvSpPr txBox="1"/>
          <p:nvPr/>
        </p:nvSpPr>
        <p:spPr>
          <a:xfrm>
            <a:off x="902175" y="3897150"/>
            <a:ext cx="288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MUNDUS: </a:t>
            </a:r>
            <a:endParaRPr b="1" sz="16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anrope"/>
              <a:buChar char="-"/>
            </a:pPr>
            <a:r>
              <a:rPr lang="en" sz="13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Does not really matter</a:t>
            </a:r>
            <a:endParaRPr sz="13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anrope"/>
              <a:buChar char="-"/>
            </a:pPr>
            <a:r>
              <a:rPr lang="en" sz="13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Adjust to your build/ regen</a:t>
            </a:r>
            <a:endParaRPr sz="13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rope"/>
              <a:buChar char="-"/>
            </a:pPr>
            <a:r>
              <a:rPr lang="en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Usually: ritual/atro</a:t>
            </a:r>
            <a:endParaRPr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0"/>
          <p:cNvSpPr/>
          <p:nvPr/>
        </p:nvSpPr>
        <p:spPr>
          <a:xfrm>
            <a:off x="-1722450" y="524975"/>
            <a:ext cx="6294421" cy="4027176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0"/>
          <p:cNvSpPr txBox="1"/>
          <p:nvPr>
            <p:ph type="title"/>
          </p:nvPr>
        </p:nvSpPr>
        <p:spPr>
          <a:xfrm>
            <a:off x="762500" y="97075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Buffs &amp; Debuffs!</a:t>
            </a:r>
            <a:endParaRPr/>
          </a:p>
        </p:txBody>
      </p:sp>
      <p:sp>
        <p:nvSpPr>
          <p:cNvPr id="666" name="Google Shape;666;p60"/>
          <p:cNvSpPr txBox="1"/>
          <p:nvPr>
            <p:ph idx="2" type="title"/>
          </p:nvPr>
        </p:nvSpPr>
        <p:spPr>
          <a:xfrm>
            <a:off x="738924" y="639258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Debuffs</a:t>
            </a:r>
            <a:br>
              <a:rPr lang="en">
                <a:solidFill>
                  <a:schemeClr val="accent4"/>
                </a:solidFill>
              </a:rPr>
            </a:br>
            <a:r>
              <a:rPr lang="en" sz="1400">
                <a:solidFill>
                  <a:schemeClr val="accent4"/>
                </a:solidFill>
              </a:rPr>
              <a:t>What are they?</a:t>
            </a:r>
            <a:endParaRPr sz="1400">
              <a:solidFill>
                <a:schemeClr val="accent4"/>
              </a:solidFill>
            </a:endParaRPr>
          </a:p>
        </p:txBody>
      </p:sp>
      <p:sp>
        <p:nvSpPr>
          <p:cNvPr id="667" name="Google Shape;667;p60"/>
          <p:cNvSpPr txBox="1"/>
          <p:nvPr>
            <p:ph idx="1" type="subTitle"/>
          </p:nvPr>
        </p:nvSpPr>
        <p:spPr>
          <a:xfrm>
            <a:off x="150625" y="1027921"/>
            <a:ext cx="3222300" cy="32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a</a:t>
            </a:r>
            <a:r>
              <a:rPr lang="en">
                <a:solidFill>
                  <a:schemeClr val="accent2"/>
                </a:solidFill>
              </a:rPr>
              <a:t>  negative effect applied to the enemy that provides a specific benefit to the group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Not to be confused with status effects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Important Debuffs for healers:</a:t>
            </a:r>
            <a:endParaRPr b="1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Off balance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Crusher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Weakness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Other Considerations</a:t>
            </a:r>
            <a:endParaRPr b="1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Minor Brittle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Minor Cowardice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Major/ Minor Breach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Minor Mangle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Zen</a:t>
            </a:r>
            <a:endParaRPr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>
                <a:solidFill>
                  <a:schemeClr val="accent2"/>
                </a:solidFill>
              </a:rPr>
              <a:t>etc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68" name="Google Shape;668;p60"/>
          <p:cNvSpPr txBox="1"/>
          <p:nvPr>
            <p:ph idx="3" type="title"/>
          </p:nvPr>
        </p:nvSpPr>
        <p:spPr>
          <a:xfrm>
            <a:off x="5932463" y="639250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are they?</a:t>
            </a:r>
            <a:endParaRPr sz="1400"/>
          </a:p>
        </p:txBody>
      </p:sp>
      <p:sp>
        <p:nvSpPr>
          <p:cNvPr id="669" name="Google Shape;669;p60"/>
          <p:cNvSpPr txBox="1"/>
          <p:nvPr>
            <p:ph idx="4" type="subTitle"/>
          </p:nvPr>
        </p:nvSpPr>
        <p:spPr>
          <a:xfrm>
            <a:off x="5498075" y="1027923"/>
            <a:ext cx="2914500" cy="3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positive effect applied to yourself or an 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Important Buffs for Healers: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 Slayer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 Courage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Minor Resolve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Minor Intellect/Endurance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Minor Berserk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Minor Toughness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 Force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Other Considerations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Major/Minor Mending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Major/Minor Vitality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Martial Knowledge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Berserker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Enlivening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Major/Minor Heroism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etc</a:t>
            </a:r>
            <a:endParaRPr/>
          </a:p>
        </p:txBody>
      </p:sp>
      <p:sp>
        <p:nvSpPr>
          <p:cNvPr id="670" name="Google Shape;670;p60"/>
          <p:cNvSpPr txBox="1"/>
          <p:nvPr/>
        </p:nvSpPr>
        <p:spPr>
          <a:xfrm>
            <a:off x="217650" y="4428950"/>
            <a:ext cx="50817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What Buffs and Debuffs do: </a:t>
            </a:r>
            <a:r>
              <a:rPr lang="en" sz="1600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ESO Buffs and Debuffs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1"/>
          <p:cNvSpPr txBox="1"/>
          <p:nvPr>
            <p:ph idx="15" type="title"/>
          </p:nvPr>
        </p:nvSpPr>
        <p:spPr>
          <a:xfrm flipH="1">
            <a:off x="70275" y="-40875"/>
            <a:ext cx="4028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Status Effects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1"/>
          <p:cNvSpPr txBox="1"/>
          <p:nvPr>
            <p:ph type="title"/>
          </p:nvPr>
        </p:nvSpPr>
        <p:spPr>
          <a:xfrm>
            <a:off x="135851" y="16139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Burning</a:t>
            </a:r>
            <a:endParaRPr/>
          </a:p>
        </p:txBody>
      </p:sp>
      <p:sp>
        <p:nvSpPr>
          <p:cNvPr id="677" name="Google Shape;677;p61"/>
          <p:cNvSpPr txBox="1"/>
          <p:nvPr>
            <p:ph idx="1" type="subTitle"/>
          </p:nvPr>
        </p:nvSpPr>
        <p:spPr>
          <a:xfrm>
            <a:off x="353725" y="1942488"/>
            <a:ext cx="17193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Fire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Burns for additional 4s</a:t>
            </a:r>
            <a:endParaRPr/>
          </a:p>
        </p:txBody>
      </p:sp>
      <p:sp>
        <p:nvSpPr>
          <p:cNvPr id="678" name="Google Shape;678;p61"/>
          <p:cNvSpPr txBox="1"/>
          <p:nvPr>
            <p:ph idx="2" type="title"/>
          </p:nvPr>
        </p:nvSpPr>
        <p:spPr>
          <a:xfrm>
            <a:off x="228301" y="3569663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Hemorrhaging</a:t>
            </a:r>
            <a:endParaRPr/>
          </a:p>
        </p:txBody>
      </p:sp>
      <p:sp>
        <p:nvSpPr>
          <p:cNvPr id="679" name="Google Shape;679;p61"/>
          <p:cNvSpPr txBox="1"/>
          <p:nvPr>
            <p:ph idx="3" type="subTitle"/>
          </p:nvPr>
        </p:nvSpPr>
        <p:spPr>
          <a:xfrm>
            <a:off x="151200" y="3929775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Bleed 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Bleeds 4s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 up to 3x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damage of bleed per stack 25%</a:t>
            </a:r>
            <a:endParaRPr/>
          </a:p>
        </p:txBody>
      </p:sp>
      <p:sp>
        <p:nvSpPr>
          <p:cNvPr id="680" name="Google Shape;680;p61"/>
          <p:cNvSpPr txBox="1"/>
          <p:nvPr>
            <p:ph idx="4" type="title"/>
          </p:nvPr>
        </p:nvSpPr>
        <p:spPr>
          <a:xfrm>
            <a:off x="4300226" y="16139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Concussion</a:t>
            </a:r>
            <a:endParaRPr/>
          </a:p>
        </p:txBody>
      </p:sp>
      <p:sp>
        <p:nvSpPr>
          <p:cNvPr id="681" name="Google Shape;681;p61"/>
          <p:cNvSpPr txBox="1"/>
          <p:nvPr>
            <p:ph idx="5" type="subTitle"/>
          </p:nvPr>
        </p:nvSpPr>
        <p:spPr>
          <a:xfrm>
            <a:off x="2335825" y="1933368"/>
            <a:ext cx="19644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Frost 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 Damage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Maim 4s</a:t>
            </a:r>
            <a:br>
              <a:rPr lang="en"/>
            </a:br>
            <a:r>
              <a:rPr lang="en"/>
              <a:t>Minor Brittle 4s (Ice Staff on active bar)</a:t>
            </a:r>
            <a:endParaRPr/>
          </a:p>
        </p:txBody>
      </p:sp>
      <p:sp>
        <p:nvSpPr>
          <p:cNvPr id="682" name="Google Shape;682;p61"/>
          <p:cNvSpPr txBox="1"/>
          <p:nvPr>
            <p:ph idx="6" type="title"/>
          </p:nvPr>
        </p:nvSpPr>
        <p:spPr>
          <a:xfrm>
            <a:off x="2204425" y="3591586"/>
            <a:ext cx="2227200" cy="4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Overcharged</a:t>
            </a:r>
            <a:endParaRPr/>
          </a:p>
        </p:txBody>
      </p:sp>
      <p:sp>
        <p:nvSpPr>
          <p:cNvPr id="683" name="Google Shape;683;p61"/>
          <p:cNvSpPr txBox="1"/>
          <p:nvPr>
            <p:ph idx="7" type="subTitle"/>
          </p:nvPr>
        </p:nvSpPr>
        <p:spPr>
          <a:xfrm>
            <a:off x="2204437" y="3919509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Magic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Restore 65 mag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Magickasteal 4s</a:t>
            </a:r>
            <a:endParaRPr/>
          </a:p>
        </p:txBody>
      </p:sp>
      <p:sp>
        <p:nvSpPr>
          <p:cNvPr id="684" name="Google Shape;684;p61"/>
          <p:cNvSpPr txBox="1"/>
          <p:nvPr>
            <p:ph idx="8" type="title"/>
          </p:nvPr>
        </p:nvSpPr>
        <p:spPr>
          <a:xfrm>
            <a:off x="6832251" y="16139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</a:t>
            </a:r>
            <a:endParaRPr/>
          </a:p>
        </p:txBody>
      </p:sp>
      <p:sp>
        <p:nvSpPr>
          <p:cNvPr id="685" name="Google Shape;685;p61"/>
          <p:cNvSpPr txBox="1"/>
          <p:nvPr>
            <p:ph idx="9" type="subTitle"/>
          </p:nvPr>
        </p:nvSpPr>
        <p:spPr>
          <a:xfrm>
            <a:off x="4480238" y="1908098"/>
            <a:ext cx="204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Shock</a:t>
            </a:r>
            <a:br>
              <a:rPr lang="en"/>
            </a:br>
            <a:r>
              <a:rPr lang="en"/>
              <a:t>Instant Damage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vulnerability 4s</a:t>
            </a:r>
            <a:endParaRPr/>
          </a:p>
        </p:txBody>
      </p:sp>
      <p:sp>
        <p:nvSpPr>
          <p:cNvPr id="686" name="Google Shape;686;p61"/>
          <p:cNvSpPr txBox="1"/>
          <p:nvPr>
            <p:ph idx="13" type="title"/>
          </p:nvPr>
        </p:nvSpPr>
        <p:spPr>
          <a:xfrm>
            <a:off x="6678226" y="35696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Sundered</a:t>
            </a:r>
            <a:endParaRPr/>
          </a:p>
        </p:txBody>
      </p:sp>
      <p:sp>
        <p:nvSpPr>
          <p:cNvPr id="687" name="Google Shape;687;p61"/>
          <p:cNvSpPr txBox="1"/>
          <p:nvPr>
            <p:ph idx="14" type="subTitle"/>
          </p:nvPr>
        </p:nvSpPr>
        <p:spPr>
          <a:xfrm>
            <a:off x="4378162" y="39195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Poison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</a:t>
            </a:r>
            <a:r>
              <a:rPr lang="en"/>
              <a:t>damage</a:t>
            </a:r>
            <a:r>
              <a:rPr lang="en"/>
              <a:t> 4s (execute dmg)</a:t>
            </a:r>
            <a:br>
              <a:rPr lang="en"/>
            </a:br>
            <a:r>
              <a:rPr lang="en"/>
              <a:t>100% bonus to targets under 100% health</a:t>
            </a:r>
            <a:endParaRPr/>
          </a:p>
        </p:txBody>
      </p:sp>
      <p:sp>
        <p:nvSpPr>
          <p:cNvPr id="688" name="Google Shape;688;p61"/>
          <p:cNvSpPr txBox="1"/>
          <p:nvPr>
            <p:ph idx="14" type="subTitle"/>
          </p:nvPr>
        </p:nvSpPr>
        <p:spPr>
          <a:xfrm>
            <a:off x="135852" y="617019"/>
            <a:ext cx="54747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for status effects: </a:t>
            </a:r>
            <a:r>
              <a:rPr lang="en" u="sng">
                <a:solidFill>
                  <a:schemeClr val="hlink"/>
                </a:solidFill>
                <a:hlinkClick r:id="rId3"/>
              </a:rPr>
              <a:t>Status Effect Database</a:t>
            </a:r>
            <a:endParaRPr/>
          </a:p>
        </p:txBody>
      </p:sp>
      <p:sp>
        <p:nvSpPr>
          <p:cNvPr id="689" name="Google Shape;689;p61"/>
          <p:cNvSpPr txBox="1"/>
          <p:nvPr>
            <p:ph type="title"/>
          </p:nvPr>
        </p:nvSpPr>
        <p:spPr>
          <a:xfrm>
            <a:off x="2204426" y="16354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Chilled</a:t>
            </a:r>
            <a:endParaRPr/>
          </a:p>
        </p:txBody>
      </p:sp>
      <p:sp>
        <p:nvSpPr>
          <p:cNvPr id="690" name="Google Shape;690;p61"/>
          <p:cNvSpPr txBox="1"/>
          <p:nvPr>
            <p:ph idx="13" type="title"/>
          </p:nvPr>
        </p:nvSpPr>
        <p:spPr>
          <a:xfrm>
            <a:off x="4378163" y="356967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Poisoned</a:t>
            </a:r>
            <a:endParaRPr/>
          </a:p>
        </p:txBody>
      </p:sp>
      <p:sp>
        <p:nvSpPr>
          <p:cNvPr id="691" name="Google Shape;691;p61"/>
          <p:cNvSpPr txBox="1"/>
          <p:nvPr>
            <p:ph idx="9" type="subTitle"/>
          </p:nvPr>
        </p:nvSpPr>
        <p:spPr>
          <a:xfrm>
            <a:off x="6925550" y="1908090"/>
            <a:ext cx="204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Disease</a:t>
            </a:r>
            <a:br>
              <a:rPr lang="en"/>
            </a:br>
            <a:r>
              <a:rPr lang="en"/>
              <a:t>Instant aoe damage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defile 4s</a:t>
            </a:r>
            <a:endParaRPr/>
          </a:p>
        </p:txBody>
      </p:sp>
      <p:sp>
        <p:nvSpPr>
          <p:cNvPr id="692" name="Google Shape;692;p61"/>
          <p:cNvSpPr txBox="1"/>
          <p:nvPr>
            <p:ph idx="7" type="subTitle"/>
          </p:nvPr>
        </p:nvSpPr>
        <p:spPr>
          <a:xfrm>
            <a:off x="6678237" y="3929784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Applied by Physical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 damage</a:t>
            </a:r>
            <a:br>
              <a:rPr lang="en"/>
            </a:br>
            <a:r>
              <a:rPr lang="en"/>
              <a:t>Grants 100 weapon and spell damage 4s</a:t>
            </a:r>
            <a:endParaRPr/>
          </a:p>
        </p:txBody>
      </p:sp>
      <p:pic>
        <p:nvPicPr>
          <p:cNvPr id="693" name="Google Shape;69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325" y="1158298"/>
            <a:ext cx="534227" cy="53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88" y="1158298"/>
            <a:ext cx="534227" cy="53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4650" y="1158298"/>
            <a:ext cx="534227" cy="53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9663" y="1158298"/>
            <a:ext cx="534227" cy="534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6275" y="3145575"/>
            <a:ext cx="534225" cy="53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50911" y="3141431"/>
            <a:ext cx="534225" cy="53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24650" y="3057350"/>
            <a:ext cx="534225" cy="53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6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89675" y="3145576"/>
            <a:ext cx="534225" cy="5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1"/>
          <p:cNvSpPr txBox="1"/>
          <p:nvPr/>
        </p:nvSpPr>
        <p:spPr>
          <a:xfrm>
            <a:off x="4698350" y="71850"/>
            <a:ext cx="37062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Enchants:20%  | St DPS: 10%  </a:t>
            </a:r>
            <a:b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AoE DPS 5% | St DoT: 3%| Aoe DoT: 1 %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2"/>
          <p:cNvSpPr txBox="1"/>
          <p:nvPr>
            <p:ph type="title"/>
          </p:nvPr>
        </p:nvSpPr>
        <p:spPr>
          <a:xfrm>
            <a:off x="447300" y="121325"/>
            <a:ext cx="46968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Basic Bars</a:t>
            </a:r>
            <a:endParaRPr sz="4000"/>
          </a:p>
        </p:txBody>
      </p:sp>
      <p:pic>
        <p:nvPicPr>
          <p:cNvPr id="707" name="Google Shape;7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00" y="818825"/>
            <a:ext cx="4216534" cy="14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2"/>
          <p:cNvSpPr txBox="1"/>
          <p:nvPr/>
        </p:nvSpPr>
        <p:spPr>
          <a:xfrm>
            <a:off x="5087625" y="818825"/>
            <a:ext cx="39285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ulim Park"/>
              <a:buChar char="●"/>
            </a:pPr>
            <a:r>
              <a:rPr lang="en" sz="16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If more space needed first to remove is radiating </a:t>
            </a:r>
            <a:endParaRPr sz="16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ulim Park"/>
              <a:buChar char="●"/>
            </a:pPr>
            <a:r>
              <a:rPr lang="en" sz="16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healing burst can be used instead of combat prayer if minor resolve and minor berserk sourced elsewhere</a:t>
            </a:r>
            <a:endParaRPr sz="16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09" name="Google Shape;709;p62"/>
          <p:cNvSpPr txBox="1"/>
          <p:nvPr/>
        </p:nvSpPr>
        <p:spPr>
          <a:xfrm>
            <a:off x="759300" y="2210827"/>
            <a:ext cx="8384700" cy="28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Front: Resto staff</a:t>
            </a:r>
            <a:endParaRPr b="1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Flex | Illustrious | radiating | combat prayer | Flex | Passive Ulti</a:t>
            </a:r>
            <a:b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</a:br>
            <a:r>
              <a:rPr b="1"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Backbar: Destro Staff or Dual Wield</a:t>
            </a:r>
            <a:endParaRPr b="1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Blockade or Knife | Flex | Orb or Altar | Flex | Flex | Active Ulti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PLEASE NOTE POSITIONS 1-5 ON BAR DON’T MATTER USE WHAT WORKS BEST FOR YOU; IF YOU HAVE </a:t>
            </a:r>
            <a:r>
              <a:rPr lang="en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ISSUES</a:t>
            </a:r>
            <a:r>
              <a:rPr lang="en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 HITTING 1-5 CONSIDER PUTTING SPAMMABLE LOCATIONS ON MOUSE</a:t>
            </a:r>
            <a:endParaRPr sz="800">
              <a:solidFill>
                <a:schemeClr val="lt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Why?</a:t>
            </a:r>
            <a:endParaRPr b="1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➔"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Illustrious</a:t>
            </a: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 is smart target aoe heal overtime and can be used for grand </a:t>
            </a: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rejuvenation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➔"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Combat Prayer is a heafy burst heal which provides m.Resolve and m.Berserk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➔"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Lightning Blockade or knife can provide off balance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➔"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Orb or Altar provide life saving </a:t>
            </a: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synergies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➔"/>
            </a:pPr>
            <a:r>
              <a:rPr lang="en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Radiating provides a strong and sticky HoT that can be cast from long range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Kulim Park"/>
                <a:ea typeface="Kulim Park"/>
                <a:cs typeface="Kulim Park"/>
                <a:sym typeface="Kulim Park"/>
                <a:hlinkClick r:id="rId4"/>
              </a:rPr>
              <a:t>ESO bar builder</a:t>
            </a:r>
            <a:endParaRPr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3"/>
          <p:cNvSpPr/>
          <p:nvPr/>
        </p:nvSpPr>
        <p:spPr>
          <a:xfrm flipH="1" rot="-206">
            <a:off x="3103148" y="3560955"/>
            <a:ext cx="2655252" cy="174841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3"/>
          <p:cNvSpPr/>
          <p:nvPr/>
        </p:nvSpPr>
        <p:spPr>
          <a:xfrm flipH="1" rot="323597">
            <a:off x="5833067" y="3578942"/>
            <a:ext cx="3403988" cy="1748388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E4FA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63"/>
          <p:cNvSpPr/>
          <p:nvPr/>
        </p:nvSpPr>
        <p:spPr>
          <a:xfrm rot="-463321">
            <a:off x="36406" y="3597925"/>
            <a:ext cx="2723579" cy="174836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3"/>
          <p:cNvSpPr/>
          <p:nvPr/>
        </p:nvSpPr>
        <p:spPr>
          <a:xfrm rot="-463332">
            <a:off x="5970404" y="1116033"/>
            <a:ext cx="3097300" cy="238041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3"/>
          <p:cNvSpPr/>
          <p:nvPr/>
        </p:nvSpPr>
        <p:spPr>
          <a:xfrm rot="4760092">
            <a:off x="3223821" y="640943"/>
            <a:ext cx="2411128" cy="3008518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3"/>
          <p:cNvSpPr/>
          <p:nvPr/>
        </p:nvSpPr>
        <p:spPr>
          <a:xfrm rot="10640666">
            <a:off x="-12947" y="1070796"/>
            <a:ext cx="2945063" cy="246064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E2B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63"/>
          <p:cNvSpPr txBox="1"/>
          <p:nvPr>
            <p:ph idx="15" type="title"/>
          </p:nvPr>
        </p:nvSpPr>
        <p:spPr>
          <a:xfrm flipH="1">
            <a:off x="259022" y="78375"/>
            <a:ext cx="22785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Subclassing</a:t>
            </a:r>
            <a:endParaRPr/>
          </a:p>
        </p:txBody>
      </p:sp>
      <p:sp>
        <p:nvSpPr>
          <p:cNvPr id="721" name="Google Shape;721;p63"/>
          <p:cNvSpPr txBox="1"/>
          <p:nvPr>
            <p:ph type="title"/>
          </p:nvPr>
        </p:nvSpPr>
        <p:spPr>
          <a:xfrm>
            <a:off x="345976" y="1268338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Nightblade</a:t>
            </a:r>
            <a:endParaRPr/>
          </a:p>
        </p:txBody>
      </p:sp>
      <p:sp>
        <p:nvSpPr>
          <p:cNvPr id="722" name="Google Shape;722;p63"/>
          <p:cNvSpPr txBox="1"/>
          <p:nvPr>
            <p:ph idx="1" type="subTitle"/>
          </p:nvPr>
        </p:nvSpPr>
        <p:spPr>
          <a:xfrm>
            <a:off x="156275" y="1626100"/>
            <a:ext cx="2484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Siphoning: Used for ultigen/ debuffs/healing passives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sp>
        <p:nvSpPr>
          <p:cNvPr id="723" name="Google Shape;723;p63"/>
          <p:cNvSpPr txBox="1"/>
          <p:nvPr>
            <p:ph idx="2" type="title"/>
          </p:nvPr>
        </p:nvSpPr>
        <p:spPr>
          <a:xfrm>
            <a:off x="345976" y="348175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Warden</a:t>
            </a:r>
            <a:endParaRPr/>
          </a:p>
        </p:txBody>
      </p:sp>
      <p:sp>
        <p:nvSpPr>
          <p:cNvPr id="724" name="Google Shape;724;p63"/>
          <p:cNvSpPr txBox="1"/>
          <p:nvPr>
            <p:ph idx="3" type="subTitle"/>
          </p:nvPr>
        </p:nvSpPr>
        <p:spPr>
          <a:xfrm>
            <a:off x="345975" y="3802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Balance: used for buffs/healing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sp>
        <p:nvSpPr>
          <p:cNvPr id="725" name="Google Shape;725;p63"/>
          <p:cNvSpPr txBox="1"/>
          <p:nvPr>
            <p:ph idx="4" type="title"/>
          </p:nvPr>
        </p:nvSpPr>
        <p:spPr>
          <a:xfrm>
            <a:off x="3270876" y="1238988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Templar</a:t>
            </a:r>
            <a:endParaRPr/>
          </a:p>
        </p:txBody>
      </p:sp>
      <p:sp>
        <p:nvSpPr>
          <p:cNvPr id="726" name="Google Shape;726;p63"/>
          <p:cNvSpPr txBox="1"/>
          <p:nvPr>
            <p:ph idx="5" type="subTitle"/>
          </p:nvPr>
        </p:nvSpPr>
        <p:spPr>
          <a:xfrm>
            <a:off x="2684575" y="1626100"/>
            <a:ext cx="31488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Restoring Light: used for endurance/</a:t>
            </a:r>
            <a:r>
              <a:rPr lang="en"/>
              <a:t>synergies</a:t>
            </a:r>
            <a:r>
              <a:rPr lang="en"/>
              <a:t>/ healing passives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sp>
        <p:nvSpPr>
          <p:cNvPr id="727" name="Google Shape;727;p63"/>
          <p:cNvSpPr txBox="1"/>
          <p:nvPr>
            <p:ph idx="6" type="title"/>
          </p:nvPr>
        </p:nvSpPr>
        <p:spPr>
          <a:xfrm>
            <a:off x="3270851" y="348175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Sorcerer</a:t>
            </a:r>
            <a:endParaRPr/>
          </a:p>
        </p:txBody>
      </p:sp>
      <p:sp>
        <p:nvSpPr>
          <p:cNvPr id="728" name="Google Shape;728;p63"/>
          <p:cNvSpPr txBox="1"/>
          <p:nvPr>
            <p:ph idx="7" type="subTitle"/>
          </p:nvPr>
        </p:nvSpPr>
        <p:spPr>
          <a:xfrm>
            <a:off x="3103150" y="3802900"/>
            <a:ext cx="2562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Daedric Summoning: Used for ulti reduce cost and atro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sp>
        <p:nvSpPr>
          <p:cNvPr id="729" name="Google Shape;729;p63"/>
          <p:cNvSpPr txBox="1"/>
          <p:nvPr>
            <p:ph idx="8" type="title"/>
          </p:nvPr>
        </p:nvSpPr>
        <p:spPr>
          <a:xfrm>
            <a:off x="6195776" y="1268338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Necromancer</a:t>
            </a:r>
            <a:endParaRPr/>
          </a:p>
        </p:txBody>
      </p:sp>
      <p:sp>
        <p:nvSpPr>
          <p:cNvPr id="730" name="Google Shape;730;p63"/>
          <p:cNvSpPr txBox="1"/>
          <p:nvPr>
            <p:ph idx="9" type="subTitle"/>
          </p:nvPr>
        </p:nvSpPr>
        <p:spPr>
          <a:xfrm>
            <a:off x="6038725" y="1726500"/>
            <a:ext cx="2905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lines: used for ultigen/debuffs/healing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sp>
        <p:nvSpPr>
          <p:cNvPr id="731" name="Google Shape;731;p63"/>
          <p:cNvSpPr txBox="1"/>
          <p:nvPr>
            <p:ph idx="13" type="title"/>
          </p:nvPr>
        </p:nvSpPr>
        <p:spPr>
          <a:xfrm>
            <a:off x="6195726" y="348175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Arcanist</a:t>
            </a:r>
            <a:endParaRPr/>
          </a:p>
        </p:txBody>
      </p:sp>
      <p:sp>
        <p:nvSpPr>
          <p:cNvPr id="732" name="Google Shape;732;p63"/>
          <p:cNvSpPr txBox="1"/>
          <p:nvPr>
            <p:ph idx="14" type="subTitle"/>
          </p:nvPr>
        </p:nvSpPr>
        <p:spPr>
          <a:xfrm>
            <a:off x="6067375" y="3802900"/>
            <a:ext cx="27639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Curative Runeforms: Used for shields/buffs/ healing passives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used:</a:t>
            </a:r>
            <a:endParaRPr/>
          </a:p>
        </p:txBody>
      </p:sp>
      <p:pic>
        <p:nvPicPr>
          <p:cNvPr id="733" name="Google Shape;73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63" y="2571738"/>
            <a:ext cx="415263" cy="41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238" y="2571738"/>
            <a:ext cx="415263" cy="41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9413" y="2571738"/>
            <a:ext cx="415263" cy="41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47588" y="2571738"/>
            <a:ext cx="415263" cy="41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8200" y="257175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5463" y="2571753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47" y="253045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6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8499" y="254070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26150" y="254070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93801" y="2540188"/>
            <a:ext cx="416274" cy="41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6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362476" y="2540188"/>
            <a:ext cx="416274" cy="41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932701" y="3010712"/>
            <a:ext cx="416274" cy="41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6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48676" y="3010962"/>
            <a:ext cx="416274" cy="41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6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02300" y="4555488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6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90650" y="4555488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6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779000" y="4554963"/>
            <a:ext cx="416275" cy="4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629887" y="4554850"/>
            <a:ext cx="416275" cy="4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219263" y="4554838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6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807625" y="4554850"/>
            <a:ext cx="416275" cy="4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6658500" y="455550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7226150" y="4555500"/>
            <a:ext cx="415250" cy="4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6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793800" y="4554450"/>
            <a:ext cx="416275" cy="4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3"/>
          <p:cNvSpPr txBox="1"/>
          <p:nvPr/>
        </p:nvSpPr>
        <p:spPr>
          <a:xfrm>
            <a:off x="2844125" y="117400"/>
            <a:ext cx="51207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➔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Green Balance | Restoring light | Siphoning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➔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Flex | Necro | Siphoning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➔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Daedric | Curative | Siphoning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HEAL </a:t>
            </a:r>
            <a:r>
              <a:rPr lang="en"/>
              <a:t>TYPES</a:t>
            </a:r>
            <a:endParaRPr/>
          </a:p>
        </p:txBody>
      </p:sp>
      <p:sp>
        <p:nvSpPr>
          <p:cNvPr id="761" name="Google Shape;761;p64"/>
          <p:cNvSpPr/>
          <p:nvPr/>
        </p:nvSpPr>
        <p:spPr>
          <a:xfrm>
            <a:off x="853950" y="1245525"/>
            <a:ext cx="1632583" cy="730334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4"/>
          <p:cNvSpPr/>
          <p:nvPr/>
        </p:nvSpPr>
        <p:spPr>
          <a:xfrm flipH="1">
            <a:off x="4628983" y="1445713"/>
            <a:ext cx="1572619" cy="57276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4"/>
          <p:cNvSpPr/>
          <p:nvPr/>
        </p:nvSpPr>
        <p:spPr>
          <a:xfrm flipH="1">
            <a:off x="7108308" y="1488350"/>
            <a:ext cx="1185692" cy="48749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4"/>
          <p:cNvSpPr/>
          <p:nvPr/>
        </p:nvSpPr>
        <p:spPr>
          <a:xfrm>
            <a:off x="2993613" y="1361450"/>
            <a:ext cx="1155176" cy="657896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5" name="Google Shape;765;p64"/>
          <p:cNvCxnSpPr/>
          <p:nvPr/>
        </p:nvCxnSpPr>
        <p:spPr>
          <a:xfrm flipH="1" rot="10800000">
            <a:off x="4246863" y="1728950"/>
            <a:ext cx="6501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64"/>
          <p:cNvSpPr txBox="1"/>
          <p:nvPr>
            <p:ph idx="4294967295" type="title"/>
          </p:nvPr>
        </p:nvSpPr>
        <p:spPr>
          <a:xfrm>
            <a:off x="743075" y="1488350"/>
            <a:ext cx="15726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Sticky HoT</a:t>
            </a:r>
            <a:endParaRPr sz="2000"/>
          </a:p>
        </p:txBody>
      </p:sp>
      <p:sp>
        <p:nvSpPr>
          <p:cNvPr id="767" name="Google Shape;767;p64"/>
          <p:cNvSpPr txBox="1"/>
          <p:nvPr>
            <p:ph idx="4294967295" type="subTitle"/>
          </p:nvPr>
        </p:nvSpPr>
        <p:spPr>
          <a:xfrm>
            <a:off x="743075" y="1865789"/>
            <a:ext cx="15726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Direct Target Heal over Time that moves with your target</a:t>
            </a:r>
            <a:endParaRPr sz="1400"/>
          </a:p>
        </p:txBody>
      </p:sp>
      <p:sp>
        <p:nvSpPr>
          <p:cNvPr id="768" name="Google Shape;768;p64"/>
          <p:cNvSpPr txBox="1"/>
          <p:nvPr>
            <p:ph idx="4294967295" type="title"/>
          </p:nvPr>
        </p:nvSpPr>
        <p:spPr>
          <a:xfrm>
            <a:off x="2771438" y="1488350"/>
            <a:ext cx="15726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AoE HoTs</a:t>
            </a:r>
            <a:endParaRPr sz="2000"/>
          </a:p>
        </p:txBody>
      </p:sp>
      <p:sp>
        <p:nvSpPr>
          <p:cNvPr id="769" name="Google Shape;769;p64"/>
          <p:cNvSpPr txBox="1"/>
          <p:nvPr>
            <p:ph idx="4294967295" type="subTitle"/>
          </p:nvPr>
        </p:nvSpPr>
        <p:spPr>
          <a:xfrm>
            <a:off x="2771438" y="1865789"/>
            <a:ext cx="15726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Area of Effect Heal over Time does not move with your </a:t>
            </a:r>
            <a:r>
              <a:rPr lang="en" sz="1400"/>
              <a:t>target</a:t>
            </a:r>
            <a:endParaRPr sz="1400"/>
          </a:p>
        </p:txBody>
      </p:sp>
      <p:sp>
        <p:nvSpPr>
          <p:cNvPr id="770" name="Google Shape;770;p64"/>
          <p:cNvSpPr txBox="1"/>
          <p:nvPr>
            <p:ph idx="4294967295" type="title"/>
          </p:nvPr>
        </p:nvSpPr>
        <p:spPr>
          <a:xfrm>
            <a:off x="4799800" y="1488350"/>
            <a:ext cx="15726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Burst Heals</a:t>
            </a:r>
            <a:endParaRPr sz="2000"/>
          </a:p>
        </p:txBody>
      </p:sp>
      <p:sp>
        <p:nvSpPr>
          <p:cNvPr id="771" name="Google Shape;771;p64"/>
          <p:cNvSpPr txBox="1"/>
          <p:nvPr>
            <p:ph idx="4294967295" type="subTitle"/>
          </p:nvPr>
        </p:nvSpPr>
        <p:spPr>
          <a:xfrm>
            <a:off x="4799800" y="1865789"/>
            <a:ext cx="15726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An I</a:t>
            </a:r>
            <a:r>
              <a:rPr lang="en" sz="1400"/>
              <a:t>nstant</a:t>
            </a:r>
            <a:r>
              <a:rPr lang="en" sz="1400"/>
              <a:t>  Heal that applies on cast only</a:t>
            </a:r>
            <a:endParaRPr sz="1400"/>
          </a:p>
        </p:txBody>
      </p:sp>
      <p:sp>
        <p:nvSpPr>
          <p:cNvPr id="772" name="Google Shape;772;p64"/>
          <p:cNvSpPr txBox="1"/>
          <p:nvPr>
            <p:ph idx="4294967295" type="title"/>
          </p:nvPr>
        </p:nvSpPr>
        <p:spPr>
          <a:xfrm>
            <a:off x="6828163" y="1488350"/>
            <a:ext cx="1572600" cy="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Shields</a:t>
            </a:r>
            <a:endParaRPr sz="2000"/>
          </a:p>
        </p:txBody>
      </p:sp>
      <p:sp>
        <p:nvSpPr>
          <p:cNvPr id="773" name="Google Shape;773;p64"/>
          <p:cNvSpPr txBox="1"/>
          <p:nvPr>
            <p:ph idx="4294967295" type="subTitle"/>
          </p:nvPr>
        </p:nvSpPr>
        <p:spPr>
          <a:xfrm>
            <a:off x="6705775" y="1865800"/>
            <a:ext cx="18174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Damage Shields that negate damage taken for a certain health value</a:t>
            </a:r>
            <a:endParaRPr sz="1400"/>
          </a:p>
        </p:txBody>
      </p:sp>
      <p:cxnSp>
        <p:nvCxnSpPr>
          <p:cNvPr id="774" name="Google Shape;774;p64"/>
          <p:cNvCxnSpPr/>
          <p:nvPr/>
        </p:nvCxnSpPr>
        <p:spPr>
          <a:xfrm flipH="1" rot="10800000">
            <a:off x="2245413" y="1728950"/>
            <a:ext cx="6501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64"/>
          <p:cNvCxnSpPr/>
          <p:nvPr/>
        </p:nvCxnSpPr>
        <p:spPr>
          <a:xfrm flipH="1" rot="10800000">
            <a:off x="6415288" y="1728950"/>
            <a:ext cx="6501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64"/>
          <p:cNvSpPr/>
          <p:nvPr/>
        </p:nvSpPr>
        <p:spPr>
          <a:xfrm>
            <a:off x="798252" y="3346750"/>
            <a:ext cx="2849079" cy="154855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4"/>
          <p:cNvSpPr/>
          <p:nvPr/>
        </p:nvSpPr>
        <p:spPr>
          <a:xfrm flipH="1">
            <a:off x="4246870" y="3346750"/>
            <a:ext cx="3334005" cy="161854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4"/>
          <p:cNvSpPr txBox="1"/>
          <p:nvPr/>
        </p:nvSpPr>
        <p:spPr>
          <a:xfrm>
            <a:off x="1114125" y="3566975"/>
            <a:ext cx="25332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Smart Heals:</a:t>
            </a:r>
            <a:b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Heals that target the lowest health target or allies without buff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64"/>
          <p:cNvSpPr txBox="1"/>
          <p:nvPr/>
        </p:nvSpPr>
        <p:spPr>
          <a:xfrm>
            <a:off x="4477900" y="3483050"/>
            <a:ext cx="3591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Random</a:t>
            </a:r>
            <a:r>
              <a:rPr b="1"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Heals:</a:t>
            </a:r>
            <a:b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Heals that target a first or random players in aoe and will not change throughout duration unless targeted player(s) leave(s)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5"/>
          <p:cNvSpPr/>
          <p:nvPr/>
        </p:nvSpPr>
        <p:spPr>
          <a:xfrm>
            <a:off x="3480225" y="2927375"/>
            <a:ext cx="1981800" cy="19818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65"/>
          <p:cNvSpPr txBox="1"/>
          <p:nvPr>
            <p:ph type="title"/>
          </p:nvPr>
        </p:nvSpPr>
        <p:spPr>
          <a:xfrm flipH="1">
            <a:off x="619125" y="1564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ROTATION </a:t>
            </a:r>
            <a:r>
              <a:rPr lang="en">
                <a:solidFill>
                  <a:schemeClr val="lt1"/>
                </a:solidFill>
              </a:rPr>
              <a:t>OVERVIEW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6" name="Google Shape;786;p65"/>
          <p:cNvSpPr/>
          <p:nvPr/>
        </p:nvSpPr>
        <p:spPr>
          <a:xfrm flipH="1">
            <a:off x="2929200" y="4175853"/>
            <a:ext cx="1189160" cy="856707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65"/>
          <p:cNvSpPr/>
          <p:nvPr/>
        </p:nvSpPr>
        <p:spPr>
          <a:xfrm>
            <a:off x="3134227" y="3071771"/>
            <a:ext cx="932660" cy="828796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/>
          <p:nvPr/>
        </p:nvSpPr>
        <p:spPr>
          <a:xfrm rot="10800000">
            <a:off x="4652427" y="3057815"/>
            <a:ext cx="1189160" cy="856707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5"/>
          <p:cNvSpPr/>
          <p:nvPr/>
        </p:nvSpPr>
        <p:spPr>
          <a:xfrm flipH="1" rot="10800000">
            <a:off x="4777849" y="4187295"/>
            <a:ext cx="938302" cy="83381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5"/>
          <p:cNvSpPr txBox="1"/>
          <p:nvPr/>
        </p:nvSpPr>
        <p:spPr>
          <a:xfrm>
            <a:off x="5914450" y="3835175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Burst Heal Mechs</a:t>
            </a:r>
            <a:endParaRPr sz="2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91" name="Google Shape;791;p65"/>
          <p:cNvSpPr txBox="1"/>
          <p:nvPr/>
        </p:nvSpPr>
        <p:spPr>
          <a:xfrm>
            <a:off x="607700" y="2762563"/>
            <a:ext cx="24201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Apply Buffs/Debuffs</a:t>
            </a:r>
            <a:endParaRPr sz="2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92" name="Google Shape;792;p65"/>
          <p:cNvSpPr txBox="1"/>
          <p:nvPr/>
        </p:nvSpPr>
        <p:spPr>
          <a:xfrm>
            <a:off x="5914450" y="4322675"/>
            <a:ext cx="2345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Use direct burst(instant) heals to heal tanks/dps out of mechanics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3" name="Google Shape;793;p65"/>
          <p:cNvSpPr txBox="1"/>
          <p:nvPr/>
        </p:nvSpPr>
        <p:spPr>
          <a:xfrm>
            <a:off x="5914450" y="2743075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Apply Hots</a:t>
            </a:r>
            <a:endParaRPr sz="2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94" name="Google Shape;794;p65"/>
          <p:cNvSpPr txBox="1"/>
          <p:nvPr/>
        </p:nvSpPr>
        <p:spPr>
          <a:xfrm>
            <a:off x="5841572" y="3155264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Apply AoE and Sticky hots and/or shield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5" name="Google Shape;795;p65"/>
          <p:cNvSpPr txBox="1"/>
          <p:nvPr/>
        </p:nvSpPr>
        <p:spPr>
          <a:xfrm>
            <a:off x="885497" y="3230564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Apply Set and Skill buffs/debuffs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6" name="Google Shape;796;p65"/>
          <p:cNvSpPr txBox="1"/>
          <p:nvPr/>
        </p:nvSpPr>
        <p:spPr>
          <a:xfrm>
            <a:off x="-98700" y="3984875"/>
            <a:ext cx="3027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Filler skills/</a:t>
            </a: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Apply</a:t>
            </a: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 Hots</a:t>
            </a:r>
            <a:endParaRPr sz="2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97" name="Google Shape;797;p65"/>
          <p:cNvSpPr txBox="1"/>
          <p:nvPr/>
        </p:nvSpPr>
        <p:spPr>
          <a:xfrm>
            <a:off x="885498" y="4397964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Use filler sticky hots 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and shields in between buffs/debuffs/ aoe hots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8" name="Google Shape;798;p65"/>
          <p:cNvSpPr/>
          <p:nvPr/>
        </p:nvSpPr>
        <p:spPr>
          <a:xfrm>
            <a:off x="808725" y="1691550"/>
            <a:ext cx="697747" cy="661780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65"/>
          <p:cNvSpPr txBox="1"/>
          <p:nvPr/>
        </p:nvSpPr>
        <p:spPr>
          <a:xfrm>
            <a:off x="1616325" y="1778688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Pre-HoT</a:t>
            </a:r>
            <a:endParaRPr sz="2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800" name="Google Shape;800;p65"/>
          <p:cNvSpPr/>
          <p:nvPr/>
        </p:nvSpPr>
        <p:spPr>
          <a:xfrm rot="5400000">
            <a:off x="2864925" y="1872925"/>
            <a:ext cx="971400" cy="1088700"/>
          </a:xfrm>
          <a:prstGeom prst="bentArrow">
            <a:avLst>
              <a:gd fmla="val 25000" name="adj1"/>
              <a:gd fmla="val 25000" name="adj2"/>
              <a:gd fmla="val 25000" name="adj3"/>
              <a:gd fmla="val 28458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1" name="Google Shape;801;p65"/>
          <p:cNvSpPr txBox="1"/>
          <p:nvPr/>
        </p:nvSpPr>
        <p:spPr>
          <a:xfrm>
            <a:off x="663975" y="2283675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Before fight start apply sticky and aoe hots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2" name="Google Shape;802;p65"/>
          <p:cNvSpPr txBox="1"/>
          <p:nvPr/>
        </p:nvSpPr>
        <p:spPr>
          <a:xfrm>
            <a:off x="885500" y="1766825"/>
            <a:ext cx="544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Pre</a:t>
            </a:r>
            <a:endParaRPr b="1" sz="16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3" name="Google Shape;803;p65"/>
          <p:cNvSpPr txBox="1"/>
          <p:nvPr/>
        </p:nvSpPr>
        <p:spPr>
          <a:xfrm>
            <a:off x="3328450" y="3230563"/>
            <a:ext cx="544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1" sz="2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4" name="Google Shape;804;p65"/>
          <p:cNvSpPr txBox="1"/>
          <p:nvPr/>
        </p:nvSpPr>
        <p:spPr>
          <a:xfrm>
            <a:off x="5110975" y="3230575"/>
            <a:ext cx="544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1" sz="2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5" name="Google Shape;805;p65"/>
          <p:cNvSpPr txBox="1"/>
          <p:nvPr/>
        </p:nvSpPr>
        <p:spPr>
          <a:xfrm>
            <a:off x="4974900" y="4397963"/>
            <a:ext cx="544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1" sz="2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6" name="Google Shape;806;p65"/>
          <p:cNvSpPr txBox="1"/>
          <p:nvPr/>
        </p:nvSpPr>
        <p:spPr>
          <a:xfrm>
            <a:off x="3328450" y="4397963"/>
            <a:ext cx="544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1" sz="2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7" name="Google Shape;807;p65"/>
          <p:cNvSpPr txBox="1"/>
          <p:nvPr/>
        </p:nvSpPr>
        <p:spPr>
          <a:xfrm>
            <a:off x="267975" y="681400"/>
            <a:ext cx="84063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Healer roto is the same as a dps roto:</a:t>
            </a: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cast buffs before important burst damage times, re-up hots before mechs happen, burst during mech, apply sticky hots before group moves, re-apply ground aoe hots before or at end of transition (burst during transition if necessary). Don’t Let Hots/Buffs drop.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6"/>
          <p:cNvSpPr txBox="1"/>
          <p:nvPr>
            <p:ph type="title"/>
          </p:nvPr>
        </p:nvSpPr>
        <p:spPr>
          <a:xfrm flipH="1">
            <a:off x="1754275" y="-125"/>
            <a:ext cx="5216700" cy="4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Common Addons for Healers</a:t>
            </a:r>
            <a:endParaRPr b="1" sz="2100">
              <a:solidFill>
                <a:schemeClr val="lt1"/>
              </a:solidFill>
            </a:endParaRPr>
          </a:p>
        </p:txBody>
      </p:sp>
      <p:grpSp>
        <p:nvGrpSpPr>
          <p:cNvPr id="813" name="Google Shape;813;p66"/>
          <p:cNvGrpSpPr/>
          <p:nvPr/>
        </p:nvGrpSpPr>
        <p:grpSpPr>
          <a:xfrm>
            <a:off x="236833" y="92986"/>
            <a:ext cx="8705712" cy="5050159"/>
            <a:chOff x="2144600" y="1557475"/>
            <a:chExt cx="3330800" cy="2596750"/>
          </a:xfrm>
        </p:grpSpPr>
        <p:sp>
          <p:nvSpPr>
            <p:cNvPr id="814" name="Google Shape;814;p66"/>
            <p:cNvSpPr/>
            <p:nvPr/>
          </p:nvSpPr>
          <p:spPr>
            <a:xfrm>
              <a:off x="2144600" y="1557475"/>
              <a:ext cx="3330800" cy="2596750"/>
            </a:xfrm>
            <a:custGeom>
              <a:rect b="b" l="l" r="r" t="t"/>
              <a:pathLst>
                <a:path extrusionOk="0" h="103870" w="133232">
                  <a:moveTo>
                    <a:pt x="129564" y="869"/>
                  </a:moveTo>
                  <a:cubicBezTo>
                    <a:pt x="130314" y="869"/>
                    <a:pt x="131017" y="1155"/>
                    <a:pt x="131541" y="1691"/>
                  </a:cubicBezTo>
                  <a:cubicBezTo>
                    <a:pt x="132065" y="2215"/>
                    <a:pt x="132362" y="2917"/>
                    <a:pt x="132362" y="3655"/>
                  </a:cubicBezTo>
                  <a:lnTo>
                    <a:pt x="132362" y="6239"/>
                  </a:lnTo>
                  <a:lnTo>
                    <a:pt x="870" y="6239"/>
                  </a:lnTo>
                  <a:lnTo>
                    <a:pt x="870" y="3655"/>
                  </a:lnTo>
                  <a:cubicBezTo>
                    <a:pt x="870" y="2917"/>
                    <a:pt x="1167" y="2215"/>
                    <a:pt x="1691" y="1691"/>
                  </a:cubicBezTo>
                  <a:cubicBezTo>
                    <a:pt x="2215" y="1155"/>
                    <a:pt x="2918" y="869"/>
                    <a:pt x="3668" y="869"/>
                  </a:cubicBezTo>
                  <a:close/>
                  <a:moveTo>
                    <a:pt x="132362" y="7108"/>
                  </a:moveTo>
                  <a:lnTo>
                    <a:pt x="132362" y="76771"/>
                  </a:lnTo>
                  <a:lnTo>
                    <a:pt x="870" y="76771"/>
                  </a:lnTo>
                  <a:lnTo>
                    <a:pt x="870" y="7108"/>
                  </a:lnTo>
                  <a:close/>
                  <a:moveTo>
                    <a:pt x="132362" y="77641"/>
                  </a:moveTo>
                  <a:lnTo>
                    <a:pt x="132362" y="82939"/>
                  </a:lnTo>
                  <a:cubicBezTo>
                    <a:pt x="132362" y="83677"/>
                    <a:pt x="132065" y="84379"/>
                    <a:pt x="131541" y="84903"/>
                  </a:cubicBezTo>
                  <a:cubicBezTo>
                    <a:pt x="131017" y="85439"/>
                    <a:pt x="130314" y="85725"/>
                    <a:pt x="129564" y="85725"/>
                  </a:cubicBezTo>
                  <a:lnTo>
                    <a:pt x="3668" y="85725"/>
                  </a:lnTo>
                  <a:cubicBezTo>
                    <a:pt x="2918" y="85725"/>
                    <a:pt x="2215" y="85439"/>
                    <a:pt x="1691" y="84903"/>
                  </a:cubicBezTo>
                  <a:cubicBezTo>
                    <a:pt x="1167" y="84379"/>
                    <a:pt x="870" y="83677"/>
                    <a:pt x="870" y="82939"/>
                  </a:cubicBezTo>
                  <a:lnTo>
                    <a:pt x="870" y="77641"/>
                  </a:lnTo>
                  <a:close/>
                  <a:moveTo>
                    <a:pt x="78987" y="86594"/>
                  </a:moveTo>
                  <a:lnTo>
                    <a:pt x="78987" y="86665"/>
                  </a:lnTo>
                  <a:cubicBezTo>
                    <a:pt x="79058" y="94214"/>
                    <a:pt x="80951" y="97560"/>
                    <a:pt x="82082" y="98881"/>
                  </a:cubicBezTo>
                  <a:lnTo>
                    <a:pt x="82177" y="99000"/>
                  </a:lnTo>
                  <a:lnTo>
                    <a:pt x="51043" y="99000"/>
                  </a:lnTo>
                  <a:lnTo>
                    <a:pt x="51150" y="98881"/>
                  </a:lnTo>
                  <a:cubicBezTo>
                    <a:pt x="52281" y="97560"/>
                    <a:pt x="54174" y="94214"/>
                    <a:pt x="54257" y="86665"/>
                  </a:cubicBezTo>
                  <a:lnTo>
                    <a:pt x="54257" y="86594"/>
                  </a:lnTo>
                  <a:close/>
                  <a:moveTo>
                    <a:pt x="89833" y="99869"/>
                  </a:moveTo>
                  <a:cubicBezTo>
                    <a:pt x="90417" y="99869"/>
                    <a:pt x="91071" y="100108"/>
                    <a:pt x="91595" y="100501"/>
                  </a:cubicBezTo>
                  <a:cubicBezTo>
                    <a:pt x="92155" y="100917"/>
                    <a:pt x="92464" y="101453"/>
                    <a:pt x="92464" y="101965"/>
                  </a:cubicBezTo>
                  <a:lnTo>
                    <a:pt x="92464" y="103001"/>
                  </a:lnTo>
                  <a:lnTo>
                    <a:pt x="40768" y="103001"/>
                  </a:lnTo>
                  <a:lnTo>
                    <a:pt x="40768" y="101965"/>
                  </a:lnTo>
                  <a:cubicBezTo>
                    <a:pt x="40768" y="101453"/>
                    <a:pt x="41089" y="100917"/>
                    <a:pt x="41637" y="100501"/>
                  </a:cubicBezTo>
                  <a:cubicBezTo>
                    <a:pt x="42161" y="100108"/>
                    <a:pt x="42815" y="99869"/>
                    <a:pt x="43399" y="99869"/>
                  </a:cubicBezTo>
                  <a:close/>
                  <a:moveTo>
                    <a:pt x="3668" y="0"/>
                  </a:moveTo>
                  <a:cubicBezTo>
                    <a:pt x="1644" y="0"/>
                    <a:pt x="1" y="1643"/>
                    <a:pt x="1" y="3655"/>
                  </a:cubicBezTo>
                  <a:lnTo>
                    <a:pt x="1" y="82939"/>
                  </a:lnTo>
                  <a:cubicBezTo>
                    <a:pt x="1" y="84951"/>
                    <a:pt x="1644" y="86594"/>
                    <a:pt x="3668" y="86594"/>
                  </a:cubicBezTo>
                  <a:lnTo>
                    <a:pt x="53388" y="86594"/>
                  </a:lnTo>
                  <a:lnTo>
                    <a:pt x="53388" y="86665"/>
                  </a:lnTo>
                  <a:cubicBezTo>
                    <a:pt x="53329" y="91940"/>
                    <a:pt x="52352" y="95000"/>
                    <a:pt x="51555" y="96643"/>
                  </a:cubicBezTo>
                  <a:cubicBezTo>
                    <a:pt x="51066" y="97607"/>
                    <a:pt x="50590" y="98203"/>
                    <a:pt x="50281" y="98536"/>
                  </a:cubicBezTo>
                  <a:cubicBezTo>
                    <a:pt x="50138" y="98691"/>
                    <a:pt x="49995" y="98822"/>
                    <a:pt x="49852" y="98929"/>
                  </a:cubicBezTo>
                  <a:cubicBezTo>
                    <a:pt x="49828" y="98953"/>
                    <a:pt x="49804" y="98965"/>
                    <a:pt x="49781" y="98988"/>
                  </a:cubicBezTo>
                  <a:lnTo>
                    <a:pt x="49757" y="99000"/>
                  </a:lnTo>
                  <a:lnTo>
                    <a:pt x="43411" y="99000"/>
                  </a:lnTo>
                  <a:cubicBezTo>
                    <a:pt x="42601" y="99000"/>
                    <a:pt x="41720" y="99322"/>
                    <a:pt x="41041" y="99858"/>
                  </a:cubicBezTo>
                  <a:cubicBezTo>
                    <a:pt x="40303" y="100441"/>
                    <a:pt x="39898" y="101191"/>
                    <a:pt x="39898" y="101965"/>
                  </a:cubicBezTo>
                  <a:lnTo>
                    <a:pt x="39898" y="103441"/>
                  </a:lnTo>
                  <a:cubicBezTo>
                    <a:pt x="39898" y="103679"/>
                    <a:pt x="40089" y="103870"/>
                    <a:pt x="40339" y="103870"/>
                  </a:cubicBezTo>
                  <a:lnTo>
                    <a:pt x="92905" y="103870"/>
                  </a:lnTo>
                  <a:cubicBezTo>
                    <a:pt x="93143" y="103870"/>
                    <a:pt x="93334" y="103679"/>
                    <a:pt x="93334" y="103441"/>
                  </a:cubicBezTo>
                  <a:lnTo>
                    <a:pt x="93334" y="101977"/>
                  </a:lnTo>
                  <a:cubicBezTo>
                    <a:pt x="93334" y="101191"/>
                    <a:pt x="92929" y="100441"/>
                    <a:pt x="92191" y="99858"/>
                  </a:cubicBezTo>
                  <a:cubicBezTo>
                    <a:pt x="91512" y="99322"/>
                    <a:pt x="90631" y="99000"/>
                    <a:pt x="89833" y="99000"/>
                  </a:cubicBezTo>
                  <a:lnTo>
                    <a:pt x="83475" y="99000"/>
                  </a:lnTo>
                  <a:lnTo>
                    <a:pt x="83451" y="98988"/>
                  </a:lnTo>
                  <a:cubicBezTo>
                    <a:pt x="83166" y="98786"/>
                    <a:pt x="82416" y="98167"/>
                    <a:pt x="81666" y="96631"/>
                  </a:cubicBezTo>
                  <a:cubicBezTo>
                    <a:pt x="80511" y="94262"/>
                    <a:pt x="79891" y="90916"/>
                    <a:pt x="79856" y="86665"/>
                  </a:cubicBezTo>
                  <a:lnTo>
                    <a:pt x="79844" y="86594"/>
                  </a:lnTo>
                  <a:lnTo>
                    <a:pt x="129564" y="86594"/>
                  </a:lnTo>
                  <a:cubicBezTo>
                    <a:pt x="131588" y="86594"/>
                    <a:pt x="133231" y="84951"/>
                    <a:pt x="133231" y="82939"/>
                  </a:cubicBezTo>
                  <a:lnTo>
                    <a:pt x="133231" y="3655"/>
                  </a:lnTo>
                  <a:cubicBezTo>
                    <a:pt x="133231" y="1643"/>
                    <a:pt x="131588" y="0"/>
                    <a:pt x="129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C0C0C"/>
                </a:solidFill>
              </a:endParaRPr>
            </a:p>
          </p:txBody>
        </p:sp>
        <p:sp>
          <p:nvSpPr>
            <p:cNvPr id="815" name="Google Shape;815;p66"/>
            <p:cNvSpPr/>
            <p:nvPr/>
          </p:nvSpPr>
          <p:spPr>
            <a:xfrm>
              <a:off x="3678425" y="3558900"/>
              <a:ext cx="263150" cy="79800"/>
            </a:xfrm>
            <a:custGeom>
              <a:rect b="b" l="l" r="r" t="t"/>
              <a:pathLst>
                <a:path extrusionOk="0" h="3192" w="10526">
                  <a:moveTo>
                    <a:pt x="8930" y="941"/>
                  </a:moveTo>
                  <a:cubicBezTo>
                    <a:pt x="9121" y="941"/>
                    <a:pt x="9275" y="1013"/>
                    <a:pt x="9394" y="1132"/>
                  </a:cubicBezTo>
                  <a:cubicBezTo>
                    <a:pt x="9514" y="1251"/>
                    <a:pt x="9585" y="1417"/>
                    <a:pt x="9585" y="1596"/>
                  </a:cubicBezTo>
                  <a:cubicBezTo>
                    <a:pt x="9585" y="1775"/>
                    <a:pt x="9514" y="1929"/>
                    <a:pt x="9394" y="2048"/>
                  </a:cubicBezTo>
                  <a:cubicBezTo>
                    <a:pt x="9275" y="2167"/>
                    <a:pt x="9121" y="2239"/>
                    <a:pt x="8930" y="2239"/>
                  </a:cubicBezTo>
                  <a:lnTo>
                    <a:pt x="1596" y="2239"/>
                  </a:lnTo>
                  <a:cubicBezTo>
                    <a:pt x="1405" y="2239"/>
                    <a:pt x="1251" y="2167"/>
                    <a:pt x="1132" y="2048"/>
                  </a:cubicBezTo>
                  <a:cubicBezTo>
                    <a:pt x="1012" y="1929"/>
                    <a:pt x="941" y="1775"/>
                    <a:pt x="941" y="1596"/>
                  </a:cubicBezTo>
                  <a:cubicBezTo>
                    <a:pt x="941" y="1417"/>
                    <a:pt x="1012" y="1251"/>
                    <a:pt x="1132" y="1132"/>
                  </a:cubicBezTo>
                  <a:cubicBezTo>
                    <a:pt x="1251" y="1013"/>
                    <a:pt x="1405" y="941"/>
                    <a:pt x="1596" y="941"/>
                  </a:cubicBezTo>
                  <a:close/>
                  <a:moveTo>
                    <a:pt x="1596" y="1"/>
                  </a:moveTo>
                  <a:cubicBezTo>
                    <a:pt x="715" y="1"/>
                    <a:pt x="0" y="715"/>
                    <a:pt x="0" y="1596"/>
                  </a:cubicBezTo>
                  <a:cubicBezTo>
                    <a:pt x="0" y="2477"/>
                    <a:pt x="715" y="3191"/>
                    <a:pt x="1596" y="3191"/>
                  </a:cubicBezTo>
                  <a:lnTo>
                    <a:pt x="8942" y="3191"/>
                  </a:lnTo>
                  <a:cubicBezTo>
                    <a:pt x="9811" y="3191"/>
                    <a:pt x="10526" y="2465"/>
                    <a:pt x="10526" y="1596"/>
                  </a:cubicBezTo>
                  <a:cubicBezTo>
                    <a:pt x="10526" y="715"/>
                    <a:pt x="9811" y="1"/>
                    <a:pt x="89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C0C0C"/>
                </a:solidFill>
              </a:endParaRPr>
            </a:p>
          </p:txBody>
        </p:sp>
      </p:grpSp>
      <p:sp>
        <p:nvSpPr>
          <p:cNvPr id="816" name="Google Shape;816;p66"/>
          <p:cNvSpPr txBox="1"/>
          <p:nvPr>
            <p:ph idx="1" type="subTitle"/>
          </p:nvPr>
        </p:nvSpPr>
        <p:spPr>
          <a:xfrm>
            <a:off x="236950" y="362975"/>
            <a:ext cx="42087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Buffs: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“Buff the Group” - </a:t>
            </a:r>
            <a:r>
              <a:rPr lang="en" sz="1000"/>
              <a:t>buffs applied to players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“Group Buffs”</a:t>
            </a:r>
            <a:r>
              <a:rPr lang="en" sz="1400"/>
              <a:t>- </a:t>
            </a:r>
            <a:r>
              <a:rPr lang="en" sz="1000"/>
              <a:t>buffs applied to players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Hypertools - </a:t>
            </a:r>
            <a:r>
              <a:rPr lang="en" sz="1000"/>
              <a:t>buff duration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BSC’s Pillager’s Profit - </a:t>
            </a:r>
            <a:r>
              <a:rPr lang="en" sz="1000"/>
              <a:t>pillagers # of players </a:t>
            </a:r>
            <a:r>
              <a:rPr lang="en" sz="1000"/>
              <a:t>applied+</a:t>
            </a:r>
            <a:r>
              <a:rPr lang="en" sz="1000"/>
              <a:t> </a:t>
            </a:r>
            <a:r>
              <a:rPr lang="en" sz="1000"/>
              <a:t>cooldown+</a:t>
            </a:r>
            <a:r>
              <a:rPr lang="en" sz="1000"/>
              <a:t> ultigiven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Roaring Opportunist </a:t>
            </a:r>
            <a:r>
              <a:rPr i="1" lang="en" sz="1400"/>
              <a:t>by:tmbrinks</a:t>
            </a:r>
            <a:r>
              <a:rPr lang="en" sz="1400"/>
              <a:t> - </a:t>
            </a:r>
            <a:r>
              <a:rPr lang="en" sz="1000"/>
              <a:t>Roaring opportunist duration+ cooldown by stack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Debuffs: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Debuff Me - </a:t>
            </a:r>
            <a:r>
              <a:rPr lang="en" sz="1000"/>
              <a:t>up to 4 debuffs applied per target around cursor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Hypertools- </a:t>
            </a:r>
            <a:r>
              <a:rPr lang="en" sz="1000"/>
              <a:t>debuffs stack/duration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Terrain Marking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Elms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Markers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Breadcrumbs - </a:t>
            </a:r>
            <a:r>
              <a:rPr lang="en" sz="1000"/>
              <a:t>can draw lines </a:t>
            </a:r>
            <a:endParaRPr sz="1000"/>
          </a:p>
        </p:txBody>
      </p:sp>
      <p:sp>
        <p:nvSpPr>
          <p:cNvPr id="817" name="Google Shape;817;p66"/>
          <p:cNvSpPr txBox="1"/>
          <p:nvPr/>
        </p:nvSpPr>
        <p:spPr>
          <a:xfrm>
            <a:off x="4301850" y="362975"/>
            <a:ext cx="46407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General: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Action Duration Reminder -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skill cooldown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Wizards Wardrobe -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setups saving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OdySupport Icons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player positions and debuffs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Hodors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group wide ultimate buff/debuff tracking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Crux Counter-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arcanist crux tracking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Perfect Weave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aoe hot weaving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Combat Metrics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fight statistics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esologs-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need app + addon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Trial: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Crutch Alerts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prominent trial alerts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Qcell’s ____ Helper - 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older trials specific mechs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 Helper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by:Wondernuts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-</a:t>
            </a:r>
            <a:r>
              <a:rPr lang="en"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newer trials specific mechs</a:t>
            </a:r>
            <a:endParaRPr sz="1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8" name="Google Shape;818;p66"/>
          <p:cNvSpPr txBox="1"/>
          <p:nvPr/>
        </p:nvSpPr>
        <p:spPr>
          <a:xfrm>
            <a:off x="236825" y="4357150"/>
            <a:ext cx="32454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3"/>
              </a:rPr>
              <a:t>Log Debugger</a:t>
            </a: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/Tool- for zens and scribing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Elms Editor</a:t>
            </a: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- for editing when not in trial</a:t>
            </a:r>
            <a:endParaRPr sz="12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7"/>
          <p:cNvSpPr/>
          <p:nvPr/>
        </p:nvSpPr>
        <p:spPr>
          <a:xfrm rot="-5942400">
            <a:off x="-3116548" y="-1381746"/>
            <a:ext cx="7606237" cy="7605679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7"/>
          <p:cNvSpPr txBox="1"/>
          <p:nvPr>
            <p:ph type="title"/>
          </p:nvPr>
        </p:nvSpPr>
        <p:spPr>
          <a:xfrm flipH="1">
            <a:off x="3747675" y="437700"/>
            <a:ext cx="52551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/>
              <a:t>Misconceived</a:t>
            </a:r>
            <a:r>
              <a:rPr lang="en"/>
              <a:t> Skills/Sets</a:t>
            </a:r>
            <a:endParaRPr/>
          </a:p>
        </p:txBody>
      </p:sp>
      <p:sp>
        <p:nvSpPr>
          <p:cNvPr id="825" name="Google Shape;825;p67"/>
          <p:cNvSpPr txBox="1"/>
          <p:nvPr>
            <p:ph idx="1" type="subTitle"/>
          </p:nvPr>
        </p:nvSpPr>
        <p:spPr>
          <a:xfrm>
            <a:off x="2949475" y="1352575"/>
            <a:ext cx="6194400" cy="3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Is not stronger at higher ultimate unless specifically stated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Effect Duration is based on total ultimate out of 500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Hits 6 players per cast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Hits 6 players per cast, smart applies to players w/o buff, random to players with buff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Hits 6 players per cast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Hits 3 players per cast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Now a random target- targets first 6 players inside and does not move from those players until they exit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NOT A PASSIVE: applies major courage for 5s on overheal. </a:t>
            </a:r>
            <a:r>
              <a:rPr lang="en"/>
              <a:t>Overheal must tick while on active bar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Random target: heals tick on random decided 6 players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Smart target: heals tick on lowest health 6 players (at time of healing)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If set requires “heal” to proc the player must be healed from &lt;100% health, if set requires “overheal” to proc then player must be at 100% health</a:t>
            </a:r>
            <a:endParaRPr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/>
              <a:t>Specifically stated: can be cone, circle, 180/360 radius,etc</a:t>
            </a:r>
            <a:endParaRPr/>
          </a:p>
        </p:txBody>
      </p:sp>
      <p:sp>
        <p:nvSpPr>
          <p:cNvPr id="826" name="Google Shape;826;p67"/>
          <p:cNvSpPr/>
          <p:nvPr/>
        </p:nvSpPr>
        <p:spPr>
          <a:xfrm rot="813319">
            <a:off x="-1209515" y="-38479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7"/>
          <p:cNvSpPr/>
          <p:nvPr/>
        </p:nvSpPr>
        <p:spPr>
          <a:xfrm flipH="1" rot="-649760">
            <a:off x="-4004258" y="36939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7"/>
          <p:cNvSpPr/>
          <p:nvPr/>
        </p:nvSpPr>
        <p:spPr>
          <a:xfrm rot="-276607">
            <a:off x="-973288" y="-444447"/>
            <a:ext cx="4152710" cy="603246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7"/>
          <p:cNvSpPr txBox="1"/>
          <p:nvPr>
            <p:ph idx="2" type="title"/>
          </p:nvPr>
        </p:nvSpPr>
        <p:spPr>
          <a:xfrm>
            <a:off x="505659" y="734275"/>
            <a:ext cx="25158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Skill/Set:</a:t>
            </a:r>
            <a:endParaRPr>
              <a:solidFill>
                <a:schemeClr val="accen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7"/>
          <p:cNvSpPr txBox="1"/>
          <p:nvPr>
            <p:ph idx="1" type="subTitle"/>
          </p:nvPr>
        </p:nvSpPr>
        <p:spPr>
          <a:xfrm>
            <a:off x="183921" y="1352586"/>
            <a:ext cx="28965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Ultimate Ability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Ulti sets (sax/wm/pa/pp/naz)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Combat prayer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Powerful Assault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Roaring Opportunist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Radiating Regen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Zenas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SPC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Healing Springs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Illustrious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On Heal vs Overheal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Area of Target	</a:t>
            </a:r>
            <a:endParaRPr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8"/>
          <p:cNvSpPr/>
          <p:nvPr/>
        </p:nvSpPr>
        <p:spPr>
          <a:xfrm rot="10800000">
            <a:off x="4756162" y="976004"/>
            <a:ext cx="2449433" cy="2449433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8"/>
          <p:cNvSpPr/>
          <p:nvPr/>
        </p:nvSpPr>
        <p:spPr>
          <a:xfrm flipH="1" rot="-4376525">
            <a:off x="5282853" y="2489944"/>
            <a:ext cx="4772728" cy="424129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8"/>
          <p:cNvSpPr txBox="1"/>
          <p:nvPr>
            <p:ph type="title"/>
          </p:nvPr>
        </p:nvSpPr>
        <p:spPr>
          <a:xfrm flipH="1">
            <a:off x="354075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ESO LOGS- Overview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8" name="Google Shape;8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75" y="1011600"/>
            <a:ext cx="8424000" cy="125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75" y="2649800"/>
            <a:ext cx="7384651" cy="22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68"/>
          <p:cNvSpPr txBox="1"/>
          <p:nvPr>
            <p:ph type="title"/>
          </p:nvPr>
        </p:nvSpPr>
        <p:spPr>
          <a:xfrm flipH="1">
            <a:off x="0" y="21652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ESO LOGS- Buffs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41" name="Google Shape;841;p68"/>
          <p:cNvSpPr txBox="1"/>
          <p:nvPr/>
        </p:nvSpPr>
        <p:spPr>
          <a:xfrm>
            <a:off x="272450" y="37500"/>
            <a:ext cx="89379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THESE SLIDES ARE FOR REFERENCE ONLY, PRESENTATION PROCEEDS ON ESOLOGS.COM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9"/>
          <p:cNvSpPr/>
          <p:nvPr/>
        </p:nvSpPr>
        <p:spPr>
          <a:xfrm rot="10800000">
            <a:off x="4756162" y="976004"/>
            <a:ext cx="2449433" cy="2449433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9"/>
          <p:cNvSpPr/>
          <p:nvPr/>
        </p:nvSpPr>
        <p:spPr>
          <a:xfrm flipH="1" rot="-4376525">
            <a:off x="5282853" y="2489944"/>
            <a:ext cx="4772728" cy="424129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69"/>
          <p:cNvSpPr txBox="1"/>
          <p:nvPr>
            <p:ph type="title"/>
          </p:nvPr>
        </p:nvSpPr>
        <p:spPr>
          <a:xfrm flipH="1">
            <a:off x="621475" y="1433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ESO LOGS- Healing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49" name="Google Shape;84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175" y="715999"/>
            <a:ext cx="6637081" cy="42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9"/>
          <p:cNvSpPr txBox="1"/>
          <p:nvPr/>
        </p:nvSpPr>
        <p:spPr>
          <a:xfrm>
            <a:off x="2186325" y="716000"/>
            <a:ext cx="13734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Manrope"/>
                <a:ea typeface="Manrope"/>
                <a:cs typeface="Manrope"/>
                <a:sym typeface="Manrope"/>
              </a:rPr>
              <a:t>Who did it</a:t>
            </a:r>
            <a:endParaRPr sz="1600">
              <a:solidFill>
                <a:schemeClr val="accent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1" name="Google Shape;851;p69"/>
          <p:cNvSpPr txBox="1"/>
          <p:nvPr/>
        </p:nvSpPr>
        <p:spPr>
          <a:xfrm>
            <a:off x="4572000" y="790875"/>
            <a:ext cx="14574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Manrope"/>
                <a:ea typeface="Manrope"/>
                <a:cs typeface="Manrope"/>
                <a:sym typeface="Manrope"/>
              </a:rPr>
              <a:t>By what during what time</a:t>
            </a:r>
            <a:endParaRPr sz="1200">
              <a:solidFill>
                <a:schemeClr val="accent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2" name="Google Shape;852;p69"/>
          <p:cNvSpPr txBox="1"/>
          <p:nvPr/>
        </p:nvSpPr>
        <p:spPr>
          <a:xfrm>
            <a:off x="5096550" y="2831475"/>
            <a:ext cx="24948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Manrope"/>
                <a:ea typeface="Manrope"/>
                <a:cs typeface="Manrope"/>
                <a:sym typeface="Manrope"/>
              </a:rPr>
              <a:t>Healing </a:t>
            </a:r>
            <a:r>
              <a:rPr lang="en" sz="1200">
                <a:solidFill>
                  <a:schemeClr val="accent4"/>
                </a:solidFill>
                <a:latin typeface="Manrope"/>
                <a:ea typeface="Manrope"/>
                <a:cs typeface="Manrope"/>
                <a:sym typeface="Manrope"/>
              </a:rPr>
              <a:t>received</a:t>
            </a:r>
            <a:r>
              <a:rPr lang="en" sz="1200">
                <a:solidFill>
                  <a:schemeClr val="accent4"/>
                </a:solidFill>
                <a:latin typeface="Manrope"/>
                <a:ea typeface="Manrope"/>
                <a:cs typeface="Manrope"/>
                <a:sym typeface="Manrope"/>
              </a:rPr>
              <a:t> (average)</a:t>
            </a:r>
            <a:endParaRPr sz="1200">
              <a:solidFill>
                <a:schemeClr val="accent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0"/>
          <p:cNvSpPr/>
          <p:nvPr/>
        </p:nvSpPr>
        <p:spPr>
          <a:xfrm flipH="1" rot="-4376525">
            <a:off x="5282853" y="2489944"/>
            <a:ext cx="4772728" cy="424129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0"/>
          <p:cNvSpPr txBox="1"/>
          <p:nvPr>
            <p:ph type="title"/>
          </p:nvPr>
        </p:nvSpPr>
        <p:spPr>
          <a:xfrm flipH="1">
            <a:off x="621475" y="1433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ESO LOGS- Replay Tab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59" name="Google Shape;85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475" y="716000"/>
            <a:ext cx="6062851" cy="4278924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0"/>
          <p:cNvSpPr txBox="1"/>
          <p:nvPr/>
        </p:nvSpPr>
        <p:spPr>
          <a:xfrm>
            <a:off x="4671675" y="2660350"/>
            <a:ext cx="1351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Direction faced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1" name="Google Shape;861;p70"/>
          <p:cNvSpPr txBox="1"/>
          <p:nvPr/>
        </p:nvSpPr>
        <p:spPr>
          <a:xfrm>
            <a:off x="4281375" y="4075375"/>
            <a:ext cx="1351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Stam</a:t>
            </a:r>
            <a:endParaRPr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2" name="Google Shape;862;p70"/>
          <p:cNvSpPr txBox="1"/>
          <p:nvPr/>
        </p:nvSpPr>
        <p:spPr>
          <a:xfrm>
            <a:off x="3896400" y="3829075"/>
            <a:ext cx="675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Mag</a:t>
            </a:r>
            <a:endParaRPr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3" name="Google Shape;863;p70"/>
          <p:cNvSpPr txBox="1"/>
          <p:nvPr/>
        </p:nvSpPr>
        <p:spPr>
          <a:xfrm>
            <a:off x="3173825" y="3829075"/>
            <a:ext cx="6756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Buffs</a:t>
            </a:r>
            <a:endParaRPr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4" name="Google Shape;864;p70"/>
          <p:cNvSpPr txBox="1"/>
          <p:nvPr/>
        </p:nvSpPr>
        <p:spPr>
          <a:xfrm>
            <a:off x="2386625" y="3762600"/>
            <a:ext cx="787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Health</a:t>
            </a:r>
            <a:endParaRPr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5" name="Google Shape;865;p70"/>
          <p:cNvSpPr txBox="1"/>
          <p:nvPr/>
        </p:nvSpPr>
        <p:spPr>
          <a:xfrm>
            <a:off x="2497375" y="4075375"/>
            <a:ext cx="787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Last cast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" l="0" r="0" t="39"/>
          <a:stretch/>
        </p:blipFill>
        <p:spPr>
          <a:xfrm>
            <a:off x="0" y="0"/>
            <a:ext cx="9144002" cy="5143500"/>
          </a:xfrm>
          <a:prstGeom prst="rect">
            <a:avLst/>
          </a:prstGeom>
        </p:spPr>
      </p:pic>
      <p:sp>
        <p:nvSpPr>
          <p:cNvPr id="871" name="Google Shape;871;p71"/>
          <p:cNvSpPr/>
          <p:nvPr/>
        </p:nvSpPr>
        <p:spPr>
          <a:xfrm rot="2839443">
            <a:off x="-336718" y="275298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1">
              <a:alpha val="305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1"/>
          <p:cNvSpPr/>
          <p:nvPr/>
        </p:nvSpPr>
        <p:spPr>
          <a:xfrm rot="-10285629">
            <a:off x="4072449" y="-37420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305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1"/>
          <p:cNvSpPr/>
          <p:nvPr/>
        </p:nvSpPr>
        <p:spPr>
          <a:xfrm flipH="1">
            <a:off x="74848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1"/>
          <p:cNvSpPr/>
          <p:nvPr/>
        </p:nvSpPr>
        <p:spPr>
          <a:xfrm flipH="1" rot="9555841">
            <a:off x="61417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1"/>
          <p:cNvSpPr/>
          <p:nvPr/>
        </p:nvSpPr>
        <p:spPr>
          <a:xfrm rot="-1478505">
            <a:off x="-4010126" y="-5581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1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212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1"/>
          <p:cNvSpPr txBox="1"/>
          <p:nvPr>
            <p:ph type="title"/>
          </p:nvPr>
        </p:nvSpPr>
        <p:spPr>
          <a:xfrm>
            <a:off x="723300" y="1315950"/>
            <a:ext cx="2771700" cy="25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Korean Aesthetic Pitch Deck XL Orange Variant  by Slidesgo">
  <a:themeElements>
    <a:clrScheme name="Simple Light">
      <a:dk1>
        <a:srgbClr val="1E1E1E"/>
      </a:dk1>
      <a:lt1>
        <a:srgbClr val="664A34"/>
      </a:lt1>
      <a:dk2>
        <a:srgbClr val="8B5A34"/>
      </a:dk2>
      <a:lt2>
        <a:srgbClr val="A5896A"/>
      </a:lt2>
      <a:accent1>
        <a:srgbClr val="ECDCC9"/>
      </a:accent1>
      <a:accent2>
        <a:srgbClr val="FFF1E6"/>
      </a:accent2>
      <a:accent3>
        <a:srgbClr val="E6B789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